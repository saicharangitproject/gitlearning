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3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812" r:id="rId1"/>
  </p:sldMasterIdLst>
  <p:notesMasterIdLst>
    <p:notesMasterId r:id="rId13"/>
  </p:notesMasterIdLst>
  <p:sldIdLst>
    <p:sldId id="2147482429" r:id="rId2"/>
    <p:sldId id="2147482677" r:id="rId3"/>
    <p:sldId id="2147482678" r:id="rId4"/>
    <p:sldId id="2147482684" r:id="rId5"/>
    <p:sldId id="2147482685" r:id="rId6"/>
    <p:sldId id="2147482686" r:id="rId7"/>
    <p:sldId id="2147482687" r:id="rId8"/>
    <p:sldId id="2147482690" r:id="rId9"/>
    <p:sldId id="2147482425" r:id="rId10"/>
    <p:sldId id="2147482421" r:id="rId11"/>
    <p:sldId id="2147482689" r:id="rId12"/>
  </p:sldIdLst>
  <p:sldSz cx="12192000" cy="6858000"/>
  <p:notesSz cx="6858000" cy="9144000"/>
  <p:embeddedFontLst>
    <p:embeddedFont>
      <p:font typeface="MS PGothic" panose="020B0600070205080204" pitchFamily="34" charset="-128"/>
      <p:regular r:id="rId14"/>
    </p:embeddedFont>
    <p:embeddedFont>
      <p:font typeface="CiscoSansTT" panose="020B0503020201020303" pitchFamily="34" charset="0"/>
      <p:regular r:id="rId15"/>
      <p:bold r:id="rId16"/>
      <p:italic r:id="rId17"/>
      <p:boldItalic r:id="rId18"/>
    </p:embeddedFont>
    <p:embeddedFont>
      <p:font typeface="CiscoSansTT Medium" panose="020B0903020201020303" pitchFamily="34" charset="0"/>
      <p:regular r:id="rId19"/>
      <p: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F26B43"/>
          </p15:clr>
        </p15:guide>
        <p15:guide id="3" orient="horz" pos="2160" userDrawn="1">
          <p15:clr>
            <a:srgbClr val="F26B43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FF9933"/>
    <a:srgbClr val="FF9000"/>
    <a:srgbClr val="45991F"/>
    <a:srgbClr val="009DE2"/>
    <a:srgbClr val="4D93D9"/>
    <a:srgbClr val="B4B9C0"/>
    <a:srgbClr val="525E6C"/>
    <a:srgbClr val="EB4651"/>
    <a:srgbClr val="6B6B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C690AD-E61B-4BF7-8D68-9240060C93DE}" v="49" dt="2026-10-07T10:17:22.4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6" autoAdjust="0"/>
    <p:restoredTop sz="94663" autoAdjust="0"/>
  </p:normalViewPr>
  <p:slideViewPr>
    <p:cSldViewPr snapToGrid="0" showGuides="1">
      <p:cViewPr>
        <p:scale>
          <a:sx n="70" d="100"/>
          <a:sy n="70" d="100"/>
        </p:scale>
        <p:origin x="544" y="5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7428"/>
    </p:cViewPr>
  </p:sorterViewPr>
  <p:notesViewPr>
    <p:cSldViewPr snapToGrid="0">
      <p:cViewPr varScale="1">
        <p:scale>
          <a:sx n="119" d="100"/>
          <a:sy n="119" d="100"/>
        </p:scale>
        <p:origin x="4992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obnoron\AppData\Local\Microsoft\Windows\INetCache\Content.Outlook\0ZF5T7HN\Created%20Cases%20Drill-down%20Table%20-%20Vendor%20-%2016-10-2026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2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Mani%20Files\Weekely%20Deck%20Oct%202026\10th%20Oct%202026%20-%2016th%20Oct%202026\Created%20Cases%20Drill-down%20Table%20-%20Vendor%20-%2016-10-2026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20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IN" sz="1200" b="0" dirty="0">
                <a:latin typeface="CiscoSansTT" panose="020B0503020201020303" pitchFamily="34" charset="0"/>
                <a:cs typeface="CiscoSansTT" panose="020B0503020201020303" pitchFamily="34" charset="0"/>
              </a:rPr>
              <a:t>Offshore vs Onshore % Comparison SJC Overall Cases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2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'Offshore vs Onshore SJC Overall'!$B$10</c:f>
              <c:strCache>
                <c:ptCount val="1"/>
                <c:pt idx="0">
                  <c:v>Offshore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rgbClr val="00B050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'Offshore vs Onshore SJC Overall'!$A$11:$A$14</c:f>
              <c:strCache>
                <c:ptCount val="4"/>
                <c:pt idx="0">
                  <c:v>Week 1</c:v>
                </c:pt>
                <c:pt idx="1">
                  <c:v>Week 2</c:v>
                </c:pt>
                <c:pt idx="2">
                  <c:v>Previous Week</c:v>
                </c:pt>
                <c:pt idx="3">
                  <c:v>Current Week</c:v>
                </c:pt>
              </c:strCache>
            </c:strRef>
          </c:cat>
          <c:val>
            <c:numRef>
              <c:f>'Offshore vs Onshore SJC Overall'!$B$11:$B$14</c:f>
              <c:numCache>
                <c:formatCode>0%</c:formatCode>
                <c:ptCount val="4"/>
                <c:pt idx="0">
                  <c:v>0.56000000000000005</c:v>
                </c:pt>
                <c:pt idx="1">
                  <c:v>0.52</c:v>
                </c:pt>
                <c:pt idx="2">
                  <c:v>0.51</c:v>
                </c:pt>
                <c:pt idx="3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817-4F3E-861C-3488ACD1D44F}"/>
            </c:ext>
          </c:extLst>
        </c:ser>
        <c:ser>
          <c:idx val="1"/>
          <c:order val="1"/>
          <c:tx>
            <c:strRef>
              <c:f>'Offshore vs Onshore SJC Overall'!$C$10</c:f>
              <c:strCache>
                <c:ptCount val="1"/>
                <c:pt idx="0">
                  <c:v>Onshore</c:v>
                </c:pt>
              </c:strCache>
            </c:strRef>
          </c:tx>
          <c:spPr>
            <a:solidFill>
              <a:srgbClr val="FF9000"/>
            </a:solidFill>
            <a:ln>
              <a:noFill/>
            </a:ln>
            <a:effectLst/>
          </c:spPr>
          <c:invertIfNegative val="0"/>
          <c:dLbls>
            <c:dLbl>
              <c:idx val="3"/>
              <c:layout>
                <c:manualLayout>
                  <c:x val="2.6656373835623488E-3"/>
                  <c:y val="-4.3964320257910766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817-4F3E-861C-3488ACD1D44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tx2">
                    <a:lumMod val="60000"/>
                    <a:lumOff val="40000"/>
                  </a:schemeClr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'Offshore vs Onshore SJC Overall'!$A$11:$A$14</c:f>
              <c:strCache>
                <c:ptCount val="4"/>
                <c:pt idx="0">
                  <c:v>Week 1</c:v>
                </c:pt>
                <c:pt idx="1">
                  <c:v>Week 2</c:v>
                </c:pt>
                <c:pt idx="2">
                  <c:v>Previous Week</c:v>
                </c:pt>
                <c:pt idx="3">
                  <c:v>Current Week</c:v>
                </c:pt>
              </c:strCache>
            </c:strRef>
          </c:cat>
          <c:val>
            <c:numRef>
              <c:f>'Offshore vs Onshore SJC Overall'!$C$11:$C$14</c:f>
              <c:numCache>
                <c:formatCode>0%</c:formatCode>
                <c:ptCount val="4"/>
                <c:pt idx="0">
                  <c:v>0.44</c:v>
                </c:pt>
                <c:pt idx="1">
                  <c:v>0.48</c:v>
                </c:pt>
                <c:pt idx="2">
                  <c:v>0.49</c:v>
                </c:pt>
                <c:pt idx="3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817-4F3E-861C-3488ACD1D44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307564384"/>
        <c:axId val="1307554784"/>
      </c:barChart>
      <c:catAx>
        <c:axId val="1307564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7554784"/>
        <c:crosses val="autoZero"/>
        <c:auto val="1"/>
        <c:lblAlgn val="ctr"/>
        <c:lblOffset val="100"/>
        <c:noMultiLvlLbl val="0"/>
      </c:catAx>
      <c:valAx>
        <c:axId val="1307554784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7564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tx1">
          <a:lumMod val="95000"/>
          <a:lumOff val="5000"/>
        </a:schemeClr>
      </a:solidFill>
      <a:round/>
    </a:ln>
    <a:effectLst/>
  </c:spPr>
  <c:txPr>
    <a:bodyPr/>
    <a:lstStyle/>
    <a:p>
      <a:pPr>
        <a:defRPr lang="en-US" sz="1000" b="0" i="0" u="none" strike="noStrike" kern="1200" baseline="0">
          <a:solidFill>
            <a:schemeClr val="bg1"/>
          </a:solidFill>
          <a:latin typeface="+mn-lt"/>
          <a:ea typeface="+mn-ea"/>
          <a:cs typeface="+mn-cs"/>
        </a:defRPr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20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IN" sz="1400" b="0" dirty="0">
                <a:latin typeface="CiscoSansTT" panose="020B0503020201020303" pitchFamily="34" charset="0"/>
                <a:cs typeface="CiscoSansTT" panose="020B0503020201020303" pitchFamily="34" charset="0"/>
              </a:rPr>
              <a:t>SJC - Triaged Cases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2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'SJC_Triaged Cases'!$B$14</c:f>
              <c:strCache>
                <c:ptCount val="1"/>
                <c:pt idx="0">
                  <c:v>Lab Admin</c:v>
                </c:pt>
              </c:strCache>
            </c:strRef>
          </c:tx>
          <c:spPr>
            <a:solidFill>
              <a:srgbClr val="0097C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C7E-436E-A8EC-57BBDC0E27F8}"/>
              </c:ext>
            </c:extLst>
          </c:dPt>
          <c:dPt>
            <c:idx val="1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C7E-436E-A8EC-57BBDC0E27F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'SJC_Triaged Cases'!$A$15:$A$16</c:f>
              <c:strCache>
                <c:ptCount val="2"/>
                <c:pt idx="0">
                  <c:v>Non-Triaged (Self Assigned)</c:v>
                </c:pt>
                <c:pt idx="1">
                  <c:v>Triaged</c:v>
                </c:pt>
              </c:strCache>
            </c:strRef>
          </c:cat>
          <c:val>
            <c:numRef>
              <c:f>'SJC_Triaged Cases'!$B$15:$B$16</c:f>
              <c:numCache>
                <c:formatCode>General</c:formatCode>
                <c:ptCount val="2"/>
                <c:pt idx="1">
                  <c:v>290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C7E-436E-A8EC-57BBDC0E27F8}"/>
            </c:ext>
          </c:extLst>
        </c:ser>
        <c:ser>
          <c:idx val="1"/>
          <c:order val="1"/>
          <c:tx>
            <c:strRef>
              <c:f>'SJC_Triaged Cases'!$C$14</c:f>
              <c:strCache>
                <c:ptCount val="1"/>
                <c:pt idx="0">
                  <c:v>Offshore SysAdmin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'SJC_Triaged Cases'!$A$15:$A$16</c:f>
              <c:strCache>
                <c:ptCount val="2"/>
                <c:pt idx="0">
                  <c:v>Non-Triaged (Self Assigned)</c:v>
                </c:pt>
                <c:pt idx="1">
                  <c:v>Triaged</c:v>
                </c:pt>
              </c:strCache>
            </c:strRef>
          </c:cat>
          <c:val>
            <c:numRef>
              <c:f>'SJC_Triaged Cases'!$C$15:$C$16</c:f>
              <c:numCache>
                <c:formatCode>General</c:formatCode>
                <c:ptCount val="2"/>
                <c:pt idx="0">
                  <c:v>63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C7E-436E-A8EC-57BBDC0E27F8}"/>
            </c:ext>
          </c:extLst>
        </c:ser>
        <c:ser>
          <c:idx val="2"/>
          <c:order val="2"/>
          <c:tx>
            <c:strRef>
              <c:f>'SJC_Triaged Cases'!$D$14</c:f>
              <c:strCache>
                <c:ptCount val="1"/>
                <c:pt idx="0">
                  <c:v>Onshore SysAdmin</c:v>
                </c:pt>
              </c:strCache>
            </c:strRef>
          </c:tx>
          <c:spPr>
            <a:solidFill>
              <a:srgbClr val="FF9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'SJC_Triaged Cases'!$A$15:$A$16</c:f>
              <c:strCache>
                <c:ptCount val="2"/>
                <c:pt idx="0">
                  <c:v>Non-Triaged (Self Assigned)</c:v>
                </c:pt>
                <c:pt idx="1">
                  <c:v>Triaged</c:v>
                </c:pt>
              </c:strCache>
            </c:strRef>
          </c:cat>
          <c:val>
            <c:numRef>
              <c:f>'SJC_Triaged Cases'!$D$15:$D$16</c:f>
              <c:numCache>
                <c:formatCode>General</c:formatCode>
                <c:ptCount val="2"/>
                <c:pt idx="0">
                  <c:v>43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C7E-436E-A8EC-57BBDC0E27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18830656"/>
        <c:axId val="1718832096"/>
      </c:barChart>
      <c:catAx>
        <c:axId val="17188306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8832096"/>
        <c:crosses val="autoZero"/>
        <c:auto val="1"/>
        <c:lblAlgn val="ctr"/>
        <c:lblOffset val="100"/>
        <c:noMultiLvlLbl val="0"/>
      </c:catAx>
      <c:valAx>
        <c:axId val="17188320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8830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tx1"/>
      </a:solidFill>
      <a:round/>
    </a:ln>
    <a:effectLst/>
  </c:spPr>
  <c:txPr>
    <a:bodyPr/>
    <a:lstStyle/>
    <a:p>
      <a:pPr>
        <a:defRPr lang="en-US" sz="1000" b="0" i="0" u="none" strike="noStrike" kern="1200" baseline="0">
          <a:solidFill>
            <a:schemeClr val="bg1"/>
          </a:solidFill>
          <a:latin typeface="+mn-lt"/>
          <a:ea typeface="+mn-ea"/>
          <a:cs typeface="+mn-cs"/>
        </a:defRPr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20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IN" sz="1400" dirty="0"/>
              <a:t>SJC Cases - Case Type Segregation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2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'SJC_Case Type Segregation'!$B$1</c:f>
              <c:strCache>
                <c:ptCount val="1"/>
                <c:pt idx="0">
                  <c:v>Offshore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'SJC_Case Type Segregation'!$A$2:$A$9</c:f>
              <c:strCache>
                <c:ptCount val="8"/>
                <c:pt idx="0">
                  <c:v>CIMC Configuration</c:v>
                </c:pt>
                <c:pt idx="1">
                  <c:v>DNS Related</c:v>
                </c:pt>
                <c:pt idx="2">
                  <c:v>Cable Troubleshooting</c:v>
                </c:pt>
                <c:pt idx="3">
                  <c:v>Hardware Related</c:v>
                </c:pt>
                <c:pt idx="4">
                  <c:v>Host Management </c:v>
                </c:pt>
                <c:pt idx="5">
                  <c:v>Network  Related </c:v>
                </c:pt>
                <c:pt idx="6">
                  <c:v>PDU Configuration</c:v>
                </c:pt>
                <c:pt idx="7">
                  <c:v>PDU Troubleshooting</c:v>
                </c:pt>
              </c:strCache>
            </c:strRef>
          </c:cat>
          <c:val>
            <c:numRef>
              <c:f>'SJC_Case Type Segregation'!$B$2:$B$9</c:f>
              <c:numCache>
                <c:formatCode>General</c:formatCode>
                <c:ptCount val="8"/>
                <c:pt idx="1">
                  <c:v>10</c:v>
                </c:pt>
                <c:pt idx="4">
                  <c:v>52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4E-4BA8-88BC-DF3E9F948CCF}"/>
            </c:ext>
          </c:extLst>
        </c:ser>
        <c:ser>
          <c:idx val="1"/>
          <c:order val="1"/>
          <c:tx>
            <c:strRef>
              <c:f>'SJC_Case Type Segregation'!$C$1</c:f>
              <c:strCache>
                <c:ptCount val="1"/>
                <c:pt idx="0">
                  <c:v>Onshore</c:v>
                </c:pt>
              </c:strCache>
            </c:strRef>
          </c:tx>
          <c:spPr>
            <a:solidFill>
              <a:srgbClr val="FF9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'SJC_Case Type Segregation'!$A$2:$A$9</c:f>
              <c:strCache>
                <c:ptCount val="8"/>
                <c:pt idx="0">
                  <c:v>CIMC Configuration</c:v>
                </c:pt>
                <c:pt idx="1">
                  <c:v>DNS Related</c:v>
                </c:pt>
                <c:pt idx="2">
                  <c:v>Cable Troubleshooting</c:v>
                </c:pt>
                <c:pt idx="3">
                  <c:v>Hardware Related</c:v>
                </c:pt>
                <c:pt idx="4">
                  <c:v>Host Management </c:v>
                </c:pt>
                <c:pt idx="5">
                  <c:v>Network  Related </c:v>
                </c:pt>
                <c:pt idx="6">
                  <c:v>PDU Configuration</c:v>
                </c:pt>
                <c:pt idx="7">
                  <c:v>PDU Troubleshooting</c:v>
                </c:pt>
              </c:strCache>
            </c:strRef>
          </c:cat>
          <c:val>
            <c:numRef>
              <c:f>'SJC_Case Type Segregation'!$C$2:$C$9</c:f>
              <c:numCache>
                <c:formatCode>General</c:formatCode>
                <c:ptCount val="8"/>
                <c:pt idx="0">
                  <c:v>4</c:v>
                </c:pt>
                <c:pt idx="1">
                  <c:v>1</c:v>
                </c:pt>
                <c:pt idx="2">
                  <c:v>8</c:v>
                </c:pt>
                <c:pt idx="3">
                  <c:v>21</c:v>
                </c:pt>
                <c:pt idx="4">
                  <c:v>9</c:v>
                </c:pt>
                <c:pt idx="5">
                  <c:v>11</c:v>
                </c:pt>
                <c:pt idx="6">
                  <c:v>1</c:v>
                </c:pt>
                <c:pt idx="7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4E-4BA8-88BC-DF3E9F948CC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27449104"/>
        <c:axId val="227449584"/>
      </c:barChart>
      <c:catAx>
        <c:axId val="2274491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7449584"/>
        <c:crosses val="autoZero"/>
        <c:auto val="1"/>
        <c:lblAlgn val="ctr"/>
        <c:lblOffset val="100"/>
        <c:noMultiLvlLbl val="0"/>
      </c:catAx>
      <c:valAx>
        <c:axId val="227449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74491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1"/>
    </a:solidFill>
    <a:ln w="9525" cap="flat" cmpd="sng" algn="ctr">
      <a:solidFill>
        <a:schemeClr val="tx1">
          <a:lumMod val="95000"/>
          <a:lumOff val="5000"/>
        </a:schemeClr>
      </a:solidFill>
      <a:round/>
    </a:ln>
    <a:effectLst/>
  </c:spPr>
  <c:txPr>
    <a:bodyPr/>
    <a:lstStyle/>
    <a:p>
      <a:pPr>
        <a:defRPr lang="en-US" sz="1000" b="0" i="0" u="none" strike="noStrike" kern="1200" baseline="0">
          <a:solidFill>
            <a:schemeClr val="bg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20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IN" sz="1400" b="0" dirty="0">
                <a:latin typeface="CiscoSansTT" panose="020B0503020201020303" pitchFamily="34" charset="0"/>
                <a:cs typeface="CiscoSansTT" panose="020B0503020201020303" pitchFamily="34" charset="0"/>
              </a:rPr>
              <a:t>MTTR Overall - SJC SysAdmins Realigned Buildings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2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'New MTTR'!$B$11</c:f>
              <c:strCache>
                <c:ptCount val="1"/>
                <c:pt idx="0">
                  <c:v>Closed Within 1 Day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'New MTTR'!$A$12:$A$15</c:f>
              <c:strCache>
                <c:ptCount val="4"/>
                <c:pt idx="0">
                  <c:v>4th  Week of Sep</c:v>
                </c:pt>
                <c:pt idx="1">
                  <c:v>5th  Week of Sep</c:v>
                </c:pt>
                <c:pt idx="2">
                  <c:v>Previous Week</c:v>
                </c:pt>
                <c:pt idx="3">
                  <c:v>Current Week</c:v>
                </c:pt>
              </c:strCache>
            </c:strRef>
          </c:cat>
          <c:val>
            <c:numRef>
              <c:f>'New MTTR'!$B$12:$B$15</c:f>
              <c:numCache>
                <c:formatCode>0%</c:formatCode>
                <c:ptCount val="4"/>
                <c:pt idx="0">
                  <c:v>0.7</c:v>
                </c:pt>
                <c:pt idx="1">
                  <c:v>0.72</c:v>
                </c:pt>
                <c:pt idx="2">
                  <c:v>0.92</c:v>
                </c:pt>
                <c:pt idx="3">
                  <c:v>0.79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F2-451F-9576-CFBA259E6370}"/>
            </c:ext>
          </c:extLst>
        </c:ser>
        <c:ser>
          <c:idx val="1"/>
          <c:order val="1"/>
          <c:tx>
            <c:strRef>
              <c:f>'New MTTR'!$C$11</c:f>
              <c:strCache>
                <c:ptCount val="1"/>
                <c:pt idx="0">
                  <c:v>Closed Within 1 Week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2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'New MTTR'!$A$12:$A$15</c:f>
              <c:strCache>
                <c:ptCount val="4"/>
                <c:pt idx="0">
                  <c:v>4th  Week of Sep</c:v>
                </c:pt>
                <c:pt idx="1">
                  <c:v>5th  Week of Sep</c:v>
                </c:pt>
                <c:pt idx="2">
                  <c:v>Previous Week</c:v>
                </c:pt>
                <c:pt idx="3">
                  <c:v>Current Week</c:v>
                </c:pt>
              </c:strCache>
            </c:strRef>
          </c:cat>
          <c:val>
            <c:numRef>
              <c:f>'New MTTR'!$C$12:$C$15</c:f>
              <c:numCache>
                <c:formatCode>0%</c:formatCode>
                <c:ptCount val="4"/>
                <c:pt idx="0">
                  <c:v>0.98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5F2-451F-9576-CFBA259E637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60361936"/>
        <c:axId val="60364336"/>
      </c:barChart>
      <c:catAx>
        <c:axId val="603619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364336"/>
        <c:crosses val="autoZero"/>
        <c:auto val="1"/>
        <c:lblAlgn val="ctr"/>
        <c:lblOffset val="100"/>
        <c:noMultiLvlLbl val="0"/>
      </c:catAx>
      <c:valAx>
        <c:axId val="60364336"/>
        <c:scaling>
          <c:orientation val="minMax"/>
        </c:scaling>
        <c:delete val="0"/>
        <c:axPos val="b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3619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tx1"/>
      </a:solidFill>
      <a:round/>
    </a:ln>
    <a:effectLst/>
  </c:spPr>
  <c:txPr>
    <a:bodyPr/>
    <a:lstStyle/>
    <a:p>
      <a:pPr>
        <a:defRPr lang="en-US" sz="1000" b="0" i="0" u="none" strike="noStrike" kern="1200" baseline="0">
          <a:solidFill>
            <a:schemeClr val="bg1"/>
          </a:solidFill>
          <a:latin typeface="+mn-lt"/>
          <a:ea typeface="+mn-ea"/>
          <a:cs typeface="+mn-cs"/>
        </a:defRPr>
      </a:pPr>
      <a:endParaRPr lang="en-US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20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sz="1400" b="0" dirty="0"/>
              <a:t>SJC Buildings Cases - Offshore vs Onshore %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2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'SJC Buildings data'!$E$18</c:f>
              <c:strCache>
                <c:ptCount val="1"/>
                <c:pt idx="0">
                  <c:v>Offshore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rgbClr val="00B050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'SJC Buildings data'!$D$19:$D$21</c:f>
              <c:strCache>
                <c:ptCount val="3"/>
                <c:pt idx="0">
                  <c:v>4th Week of Sep</c:v>
                </c:pt>
                <c:pt idx="1">
                  <c:v>PreviousWeek</c:v>
                </c:pt>
                <c:pt idx="2">
                  <c:v>Current Week</c:v>
                </c:pt>
              </c:strCache>
            </c:strRef>
          </c:cat>
          <c:val>
            <c:numRef>
              <c:f>'SJC Buildings data'!$E$19:$E$21</c:f>
              <c:numCache>
                <c:formatCode>0%</c:formatCode>
                <c:ptCount val="3"/>
                <c:pt idx="0">
                  <c:v>0.48</c:v>
                </c:pt>
                <c:pt idx="1">
                  <c:v>0.57999999999999996</c:v>
                </c:pt>
                <c:pt idx="2">
                  <c:v>0.43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FF3-4CA7-8244-C4740326EE96}"/>
            </c:ext>
          </c:extLst>
        </c:ser>
        <c:ser>
          <c:idx val="1"/>
          <c:order val="1"/>
          <c:tx>
            <c:strRef>
              <c:f>'SJC Buildings data'!$F$18</c:f>
              <c:strCache>
                <c:ptCount val="1"/>
                <c:pt idx="0">
                  <c:v>Onshore</c:v>
                </c:pt>
              </c:strCache>
            </c:strRef>
          </c:tx>
          <c:spPr>
            <a:solidFill>
              <a:srgbClr val="FF9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6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'SJC Buildings data'!$D$19:$D$21</c:f>
              <c:strCache>
                <c:ptCount val="3"/>
                <c:pt idx="0">
                  <c:v>4th Week of Sep</c:v>
                </c:pt>
                <c:pt idx="1">
                  <c:v>PreviousWeek</c:v>
                </c:pt>
                <c:pt idx="2">
                  <c:v>Current Week</c:v>
                </c:pt>
              </c:strCache>
            </c:strRef>
          </c:cat>
          <c:val>
            <c:numRef>
              <c:f>'SJC Buildings data'!$F$19:$F$21</c:f>
              <c:numCache>
                <c:formatCode>0%</c:formatCode>
                <c:ptCount val="3"/>
                <c:pt idx="0">
                  <c:v>0.52</c:v>
                </c:pt>
                <c:pt idx="1">
                  <c:v>0.42</c:v>
                </c:pt>
                <c:pt idx="2">
                  <c:v>0.56999999999999995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FF3-4CA7-8244-C4740326EE9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10036511"/>
        <c:axId val="310036031"/>
      </c:barChart>
      <c:catAx>
        <c:axId val="310036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0036031"/>
        <c:crosses val="autoZero"/>
        <c:auto val="1"/>
        <c:lblAlgn val="ctr"/>
        <c:lblOffset val="100"/>
        <c:noMultiLvlLbl val="0"/>
      </c:catAx>
      <c:valAx>
        <c:axId val="310036031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0036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tx1"/>
      </a:solidFill>
      <a:round/>
    </a:ln>
    <a:effectLst/>
  </c:spPr>
  <c:txPr>
    <a:bodyPr/>
    <a:lstStyle/>
    <a:p>
      <a:pPr>
        <a:defRPr lang="en-US" sz="1000" b="0" i="0" u="none" strike="noStrike" kern="1200" baseline="0">
          <a:solidFill>
            <a:schemeClr val="bg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72104B-A22A-485F-8181-8B2CD583353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BB4990-0A23-4A10-BE7D-7E64CAB85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20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053D4-81C1-8724-54D1-2F1130E13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7AFB42-B115-2B76-9289-280C083AE8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2639E9-0CED-DF79-64FE-22ED291D4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19426-3D53-A3BD-1626-505CA16DE5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B4990-0A23-4A10-BE7D-7E64CAB85BE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1229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B4990-0A23-4A10-BE7D-7E64CAB85BE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699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B4990-0A23-4A10-BE7D-7E64CAB85BE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6355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0F406-A9D2-C44B-BE13-36290F557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3A8764-8AE7-C854-BEBC-0F7C2C70FC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97A5C6-6E3A-B9AC-BBF4-91A9C0A778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DB1D7-A15B-B051-44EE-60AA06E306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B4990-0A23-4A10-BE7D-7E64CAB85BE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4244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9177F-8422-9A7B-2D42-68C9D6392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7A134D-C36E-6E9B-802C-7E987ECF8A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7E0C7D-639A-27D1-B982-269057715A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AFE12-1A3C-A794-F488-CF5F001B16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B4990-0A23-4A10-BE7D-7E64CAB85BE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3834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B4990-0A23-4A10-BE7D-7E64CAB85BE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7361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773AB-FDF8-1871-4A64-419ECBAF0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18E3D7-5CAC-FB8B-D2F2-C75592C2E7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31A6D0-96CC-AC09-8243-5B9EEA209F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5E679-4B81-B415-7923-31C67221C1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B4990-0A23-4A10-BE7D-7E64CAB85BE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3702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F6AD4-A5CC-8712-F89D-34A2E4B65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5BE6E8-C879-A8EF-FAE3-D7BFE0F09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84EB67-E196-6047-184B-C7807AD8EB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BFCE13-209F-0B21-35E1-82773900D9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B4990-0A23-4A10-BE7D-7E64CAB85BE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126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, 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368B8A-B8FA-06EC-E6D8-DF0F60F2EF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871345"/>
            <a:ext cx="5048063" cy="1555148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512820"/>
            <a:ext cx="5048063" cy="228600"/>
          </a:xfrm>
          <a:noFill/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9E2B63B-5B68-90B7-7A62-17A839591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1" y="4061400"/>
            <a:ext cx="5048090" cy="457200"/>
          </a:xfrm>
        </p:spPr>
        <p:txBody>
          <a:bodyPr anchor="t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Name</a:t>
            </a:r>
          </a:p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Title placeholder, @social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0638510-2998-9359-2A51-B0CA834B62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676458"/>
            <a:ext cx="5047270" cy="459455"/>
          </a:xfrm>
          <a:noFill/>
        </p:spPr>
        <p:txBody>
          <a:bodyPr anchor="t" anchorCtr="0"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643" y="6360518"/>
            <a:ext cx="3906838" cy="497482"/>
          </a:xfrm>
          <a:noFill/>
        </p:spPr>
        <p:txBody>
          <a:bodyPr/>
          <a:lstStyle>
            <a:lvl1pPr marL="0" indent="0" algn="l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0B51E088-9CCC-0F69-112A-CEC9A65FA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6107248" y="781243"/>
            <a:ext cx="5303520" cy="5303520"/>
          </a:xfrm>
          <a:custGeom>
            <a:avLst/>
            <a:gdLst>
              <a:gd name="connsiteX0" fmla="*/ 5291567 w 5291566"/>
              <a:gd name="connsiteY0" fmla="*/ 2645783 h 5291566"/>
              <a:gd name="connsiteX1" fmla="*/ 2645783 w 5291566"/>
              <a:gd name="connsiteY1" fmla="*/ 5291567 h 5291566"/>
              <a:gd name="connsiteX2" fmla="*/ 0 w 5291566"/>
              <a:gd name="connsiteY2" fmla="*/ 2645783 h 5291566"/>
              <a:gd name="connsiteX3" fmla="*/ 2645783 w 5291566"/>
              <a:gd name="connsiteY3" fmla="*/ 0 h 5291566"/>
              <a:gd name="connsiteX4" fmla="*/ 5291567 w 5291566"/>
              <a:gd name="connsiteY4" fmla="*/ 2645783 h 529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1566" h="5291566">
                <a:moveTo>
                  <a:pt x="5291567" y="2645783"/>
                </a:moveTo>
                <a:cubicBezTo>
                  <a:pt x="5291567" y="4107009"/>
                  <a:pt x="4107009" y="5291567"/>
                  <a:pt x="2645783" y="5291567"/>
                </a:cubicBezTo>
                <a:cubicBezTo>
                  <a:pt x="1184557" y="5291567"/>
                  <a:pt x="0" y="4107009"/>
                  <a:pt x="0" y="2645783"/>
                </a:cubicBezTo>
                <a:cubicBezTo>
                  <a:pt x="0" y="1184557"/>
                  <a:pt x="1184557" y="0"/>
                  <a:pt x="2645783" y="0"/>
                </a:cubicBezTo>
                <a:cubicBezTo>
                  <a:pt x="4107009" y="0"/>
                  <a:pt x="5291567" y="1184557"/>
                  <a:pt x="5291567" y="2645783"/>
                </a:cubicBezTo>
                <a:close/>
              </a:path>
            </a:pathLst>
          </a:custGeom>
          <a:solidFill>
            <a:schemeClr val="tx1"/>
          </a:solidFill>
          <a:ln w="50800" cap="flat">
            <a:gradFill flip="none" rotWithShape="1">
              <a:gsLst>
                <a:gs pos="0">
                  <a:srgbClr val="3070E5"/>
                </a:gs>
                <a:gs pos="35000">
                  <a:srgbClr val="1ABBE9"/>
                </a:gs>
                <a:gs pos="43000">
                  <a:srgbClr val="1ABBE9"/>
                </a:gs>
                <a:gs pos="60000">
                  <a:srgbClr val="FD017F"/>
                </a:gs>
                <a:gs pos="100000">
                  <a:srgbClr val="FCA601"/>
                </a:gs>
              </a:gsLst>
              <a:lin ang="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281171" y="3181936"/>
            <a:ext cx="955675" cy="50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323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, Two Speak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FAB65E-774E-7C2F-9733-CE6410F86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260471"/>
            <a:ext cx="10888663" cy="435134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18122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82746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436086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929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, Four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368B8A-B8FA-06EC-E6D8-DF0F60F2EF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244600"/>
            <a:ext cx="5048063" cy="1555148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2886075"/>
            <a:ext cx="5048063" cy="228600"/>
          </a:xfrm>
          <a:noFill/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9E2B63B-5B68-90B7-7A62-17A839591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1" y="3428789"/>
            <a:ext cx="5048090" cy="457200"/>
          </a:xfr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Name</a:t>
            </a:r>
          </a:p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Title placeholder, @social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0638510-2998-9359-2A51-B0CA834B62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051300"/>
            <a:ext cx="5047270" cy="459455"/>
          </a:xfrm>
          <a:noFill/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0E61D1-59EB-7A86-0D12-9388193F45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849" y="4681134"/>
            <a:ext cx="5046663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 marL="182880" indent="0">
              <a:spcAft>
                <a:spcPts val="0"/>
              </a:spcAft>
              <a:buNone/>
              <a:defRPr sz="1400"/>
            </a:lvl2pPr>
            <a:lvl3pPr marL="365760" indent="0">
              <a:spcAft>
                <a:spcPts val="0"/>
              </a:spcAft>
              <a:buNone/>
              <a:defRPr sz="1200"/>
            </a:lvl3pPr>
            <a:lvl4pPr marL="548640" indent="0">
              <a:spcAft>
                <a:spcPts val="0"/>
              </a:spcAft>
              <a:buNone/>
              <a:defRPr sz="1100"/>
            </a:lvl4pPr>
            <a:lvl5pPr marL="731520" indent="0">
              <a:spcAft>
                <a:spcPts val="0"/>
              </a:spcAft>
              <a:buNone/>
              <a:defRPr sz="1050"/>
            </a:lvl5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Speaker Name</a:t>
            </a:r>
          </a:p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Speaker Title placeholder, @social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75C0FC-DD02-0704-8A17-1B3037F861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848" y="5306439"/>
            <a:ext cx="5046663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sz="1400"/>
            </a:lvl1pPr>
            <a:lvl2pPr marL="182880" indent="0">
              <a:buNone/>
              <a:defRPr sz="1200"/>
            </a:lvl2pPr>
            <a:lvl3pPr marL="365760" indent="0">
              <a:buNone/>
              <a:defRPr sz="1100"/>
            </a:lvl3pPr>
            <a:lvl4pPr marL="548640" indent="0">
              <a:buNone/>
              <a:defRPr sz="1050"/>
            </a:lvl4pPr>
            <a:lvl5pPr marL="731520" indent="0">
              <a:buNone/>
              <a:defRPr sz="100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643" y="6360518"/>
            <a:ext cx="3906838" cy="497482"/>
          </a:xfrm>
          <a:noFill/>
        </p:spPr>
        <p:txBody>
          <a:bodyPr/>
          <a:lstStyle>
            <a:lvl1pPr marL="0" indent="0" algn="l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0B51E088-9CCC-0F69-112A-CEC9A65FA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6107248" y="781243"/>
            <a:ext cx="5303520" cy="5303520"/>
          </a:xfrm>
          <a:custGeom>
            <a:avLst/>
            <a:gdLst>
              <a:gd name="connsiteX0" fmla="*/ 5291567 w 5291566"/>
              <a:gd name="connsiteY0" fmla="*/ 2645783 h 5291566"/>
              <a:gd name="connsiteX1" fmla="*/ 2645783 w 5291566"/>
              <a:gd name="connsiteY1" fmla="*/ 5291567 h 5291566"/>
              <a:gd name="connsiteX2" fmla="*/ 0 w 5291566"/>
              <a:gd name="connsiteY2" fmla="*/ 2645783 h 5291566"/>
              <a:gd name="connsiteX3" fmla="*/ 2645783 w 5291566"/>
              <a:gd name="connsiteY3" fmla="*/ 0 h 5291566"/>
              <a:gd name="connsiteX4" fmla="*/ 5291567 w 5291566"/>
              <a:gd name="connsiteY4" fmla="*/ 2645783 h 529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1566" h="5291566">
                <a:moveTo>
                  <a:pt x="5291567" y="2645783"/>
                </a:moveTo>
                <a:cubicBezTo>
                  <a:pt x="5291567" y="4107009"/>
                  <a:pt x="4107009" y="5291567"/>
                  <a:pt x="2645783" y="5291567"/>
                </a:cubicBezTo>
                <a:cubicBezTo>
                  <a:pt x="1184557" y="5291567"/>
                  <a:pt x="0" y="4107009"/>
                  <a:pt x="0" y="2645783"/>
                </a:cubicBezTo>
                <a:cubicBezTo>
                  <a:pt x="0" y="1184557"/>
                  <a:pt x="1184557" y="0"/>
                  <a:pt x="2645783" y="0"/>
                </a:cubicBezTo>
                <a:cubicBezTo>
                  <a:pt x="4107009" y="0"/>
                  <a:pt x="5291567" y="1184557"/>
                  <a:pt x="5291567" y="2645783"/>
                </a:cubicBezTo>
                <a:close/>
              </a:path>
            </a:pathLst>
          </a:custGeom>
          <a:solidFill>
            <a:schemeClr val="tx1"/>
          </a:solidFill>
          <a:ln w="50800" cap="flat">
            <a:gradFill flip="none" rotWithShape="1">
              <a:gsLst>
                <a:gs pos="0">
                  <a:srgbClr val="3070E5"/>
                </a:gs>
                <a:gs pos="35000">
                  <a:srgbClr val="1ABBE9"/>
                </a:gs>
                <a:gs pos="43000">
                  <a:srgbClr val="1ABBE9"/>
                </a:gs>
                <a:gs pos="60000">
                  <a:srgbClr val="FD017F"/>
                </a:gs>
                <a:gs pos="100000">
                  <a:srgbClr val="FCA601"/>
                </a:gs>
              </a:gsLst>
              <a:lin ang="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pPr lvl="0"/>
            <a:endParaRPr lang="en-US" dirty="0"/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281171" y="3181936"/>
            <a:ext cx="955675" cy="50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979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, Four Speak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FAB65E-774E-7C2F-9733-CE6410F86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260471"/>
            <a:ext cx="10888663" cy="435134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490766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, Four Speaker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23850" y="320675"/>
            <a:ext cx="792163" cy="41622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492374"/>
            <a:ext cx="10167938" cy="1243019"/>
          </a:xfrm>
        </p:spPr>
        <p:txBody>
          <a:bodyPr anchor="b" anchorCtr="0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Slide Title Layout 3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49" y="3827463"/>
            <a:ext cx="1016793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72EFECA-80DB-74BA-813F-3952A15A50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30688" y="4360863"/>
            <a:ext cx="4886325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990779"/>
            <a:ext cx="3725863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BBB47F0-F6D2-5FD5-1C2D-8963A9B280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8" y="4990779"/>
            <a:ext cx="4886325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182939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ent Only Title Slide 1, 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18122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82746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436086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44932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ent Only Title Slide 2, Four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727031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ent Only Title Slide 3, Six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989D1F9-5949-EAFF-931D-8121D6A66A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850" y="4986338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D1ACE7D-3D09-2D50-1C06-DBAD3893A9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0687" y="4986338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822029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A470DCA-01D3-75CC-4B81-AF6AC1F46C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274955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6DE8E-18DA-4564-080D-AD4F9F492D6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08588" y="296863"/>
            <a:ext cx="550862" cy="365125"/>
          </a:xfrm>
        </p:spPr>
        <p:txBody>
          <a:bodyPr vert="horz" lIns="0" tIns="0" rIns="0" bIns="0" rtlCol="0" anchor="t" anchorCtr="0"/>
          <a:lstStyle>
            <a:lvl1pPr marL="0" indent="0">
              <a:lnSpc>
                <a:spcPct val="90000"/>
              </a:lnSpc>
              <a:buNone/>
              <a:defRPr kumimoji="0" lang="en-US" sz="3200" b="0" i="0" u="none" strike="noStrike" cap="none" spc="27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cs typeface="CiscoSansTT Light" panose="020B0503020201020303" pitchFamily="34" charset="0"/>
              </a:defRPr>
            </a:lvl1pPr>
          </a:lstStyle>
          <a:p>
            <a:pPr marL="0" lvl="0" algn="r" defTabSz="914400" latinLnBrk="0"/>
            <a:r>
              <a:rPr lang="en-US" dirty="0"/>
              <a:t>##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21C779-BAEC-654A-5E9A-684AEBA7E39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4900" y="296863"/>
            <a:ext cx="5683250" cy="365125"/>
          </a:xfrm>
          <a:noFill/>
        </p:spPr>
        <p:txBody>
          <a:bodyPr anchor="t" anchorCtr="0"/>
          <a:lstStyle>
            <a:lvl1pPr marL="0" indent="0" algn="l" defTabSz="91227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ClrTx/>
              <a:buSzPct val="70000"/>
              <a:buFont typeface="Arial" panose="020B0604020202020204" pitchFamily="34" charset="0"/>
              <a:buNone/>
              <a:defRPr lang="en-US" sz="32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pPr lvl="0"/>
            <a:r>
              <a:rPr lang="en-US" dirty="0"/>
              <a:t>Agenda list placeholder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37F1A5-67B6-4A78-7FA7-0860E1B6F9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200302-2202-F22C-D162-871BF904F46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41B2C2-F1AC-43FD-319F-5E15E46CDB39}"/>
              </a:ext>
            </a:extLst>
          </p:cNvPr>
          <p:cNvSpPr txBox="1"/>
          <p:nvPr userDrawn="1"/>
        </p:nvSpPr>
        <p:spPr>
          <a:xfrm>
            <a:off x="1066800" y="652272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6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4766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740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09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Top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FB629D-1461-3E6E-194F-1E2781C5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4703763" cy="9464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84900" y="320675"/>
            <a:ext cx="5683250" cy="923925"/>
          </a:xfr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 dirty="0"/>
              <a:t>Subheading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358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40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259C3D-581C-B8BC-32B4-EE2B22A753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14425"/>
            <a:ext cx="5772150" cy="441325"/>
          </a:xfrm>
        </p:spPr>
        <p:txBody>
          <a:bodyPr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187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092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85467-C0DB-C17E-5173-C6C6A323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0"/>
            <a:ext cx="5772150" cy="466342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5281613" cy="1247775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033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Section,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376922-1A18-EB35-1718-708DF44FBF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0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702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Body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25826-3231-68F4-7FEE-8A01F6F42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81774" y="1244600"/>
            <a:ext cx="5286375" cy="4367213"/>
          </a:xfrm>
        </p:spPr>
        <p:txBody>
          <a:bodyPr anchor="ctr" anchorCtr="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396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Section, Title, Body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25826-3231-68F4-7FEE-8A01F6F42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81774" y="1244600"/>
            <a:ext cx="5286375" cy="4367213"/>
          </a:xfrm>
        </p:spPr>
        <p:txBody>
          <a:bodyPr anchor="ctr" anchorCtr="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3B0377C-E9B5-910F-ED3D-37BEFE7948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0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759459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1 Column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953DF5-78A1-7006-522C-1EF18B91ADA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3850" y="952500"/>
            <a:ext cx="11544300" cy="51228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207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2 Columns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851" y="249237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1751" y="249475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693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851" y="249237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1751" y="249475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828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48" y="2179638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58639" y="2179638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93430" y="2181225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146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200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51107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72014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DFF45C9-081C-CA2E-F4A7-8383A93B6B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92920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282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20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1018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9016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DFF45C9-081C-CA2E-F4A7-8383A93B6B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7014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B7038BF-5DE9-94EF-1E39-92627DD8AC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850120" y="2181225"/>
            <a:ext cx="2011680" cy="2493963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208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5281613" cy="12588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07430" y="320675"/>
            <a:ext cx="5760720" cy="5759451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55448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584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7235825" cy="94773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40700" y="320675"/>
            <a:ext cx="3727450" cy="5759451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3716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25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3328987" cy="12588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49713" y="320676"/>
            <a:ext cx="7818436" cy="5754688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46304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047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3116793"/>
            <a:ext cx="5284788" cy="12461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03A889C-4BCD-59AA-132B-C3FD4F8E65F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84901" y="795338"/>
            <a:ext cx="5284788" cy="5284788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46304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666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Slide Title, Section, Body, 2/3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9" y="622300"/>
            <a:ext cx="3328989" cy="15589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653D0B-638B-EB5D-F379-EF10C80DCC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3429000"/>
            <a:ext cx="3328988" cy="2646363"/>
          </a:xfrm>
        </p:spPr>
        <p:txBody>
          <a:bodyPr anchor="b" anchorCtr="0"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798C8AA3-6350-A299-E288-D693A8EC893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049713" y="622300"/>
            <a:ext cx="7818436" cy="5453063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46304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146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Section, Title 1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85467-C0DB-C17E-5173-C6C6A323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0"/>
            <a:ext cx="5772150" cy="466342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5281613" cy="1247775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2739B37-658D-FBF5-94C3-66EECB73F7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1" y="320675"/>
            <a:ext cx="5766436" cy="5754687"/>
          </a:xfrm>
          <a:prstGeom prst="roundRect">
            <a:avLst>
              <a:gd name="adj" fmla="val 1714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</a:t>
            </a:r>
            <a:br>
              <a:rPr lang="en-US" dirty="0"/>
            </a:br>
            <a:r>
              <a:rPr lang="en-US" dirty="0"/>
              <a:t>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239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23850" y="952500"/>
            <a:ext cx="11544300" cy="5122863"/>
          </a:xfrm>
          <a:prstGeom prst="roundRect">
            <a:avLst>
              <a:gd name="adj" fmla="val 1503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18872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265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1154430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99D23610-D323-6271-753B-C40A3678BD6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3850" y="1244600"/>
            <a:ext cx="11544300" cy="4830763"/>
          </a:xfrm>
          <a:prstGeom prst="roundRect">
            <a:avLst>
              <a:gd name="adj" fmla="val 1897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18872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560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170B322-9DD5-07FB-D258-3DA95EF8E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3850" y="1244600"/>
            <a:ext cx="11544300" cy="4830763"/>
          </a:xfrm>
          <a:prstGeom prst="roundRect">
            <a:avLst>
              <a:gd name="adj" fmla="val 1897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28016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142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bleed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168980-BFE5-40AF-63BF-9DB031B379C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7B9760-CDAA-BC58-F236-F1837F40C2D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354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Photo,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2" y="4540250"/>
            <a:ext cx="10747375" cy="1071563"/>
          </a:xfrm>
        </p:spPr>
        <p:txBody>
          <a:bodyPr anchor="b" anchorCtr="0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243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bleed Photo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466344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758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bleed Photo, Section, 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466344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25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pper 2/3 Photo, Section,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-7937"/>
            <a:ext cx="12192000" cy="4675188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37160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-7937"/>
            <a:ext cx="8612188" cy="466344"/>
          </a:xfrm>
        </p:spPr>
        <p:txBody>
          <a:bodyPr anchor="b" anchorCtr="0"/>
          <a:lstStyle>
            <a:lvl1pPr marL="0" indent="0" algn="l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5003800"/>
            <a:ext cx="8612188" cy="107156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049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 descr="Quotation Mark">
            <a:extLst>
              <a:ext uri="{FF2B5EF4-FFF2-40B4-BE49-F238E27FC236}">
                <a16:creationId xmlns:a16="http://schemas.microsoft.com/office/drawing/2014/main" id="{4B52BC46-48EA-B916-39B5-C5FF3FB612BC}"/>
              </a:ext>
            </a:extLst>
          </p:cNvPr>
          <p:cNvSpPr/>
          <p:nvPr/>
        </p:nvSpPr>
        <p:spPr>
          <a:xfrm>
            <a:off x="5731161" y="1132840"/>
            <a:ext cx="516694" cy="416701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7038" y="1876424"/>
            <a:ext cx="8794750" cy="217487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dirty="0"/>
              <a:t>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7038" y="4360863"/>
            <a:ext cx="8794750" cy="625475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90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 descr="Quotation Mark">
            <a:extLst>
              <a:ext uri="{FF2B5EF4-FFF2-40B4-BE49-F238E27FC236}">
                <a16:creationId xmlns:a16="http://schemas.microsoft.com/office/drawing/2014/main" id="{4B52BC46-48EA-B916-39B5-C5FF3FB612BC}"/>
              </a:ext>
            </a:extLst>
          </p:cNvPr>
          <p:cNvSpPr/>
          <p:nvPr/>
        </p:nvSpPr>
        <p:spPr>
          <a:xfrm>
            <a:off x="5731161" y="963295"/>
            <a:ext cx="516694" cy="416701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7038" y="1706879"/>
            <a:ext cx="8794750" cy="217487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dirty="0"/>
              <a:t>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7038" y="4191318"/>
            <a:ext cx="8794750" cy="625475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775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244600"/>
            <a:ext cx="5373688" cy="3167380"/>
          </a:xfrm>
        </p:spPr>
        <p:txBody>
          <a:bodyPr/>
          <a:lstStyle>
            <a:lvl1pPr algn="l">
              <a:defRPr sz="4000"/>
            </a:lvl1pPr>
          </a:lstStyle>
          <a:p>
            <a:r>
              <a:rPr lang="en-US" dirty="0"/>
              <a:t>“Quote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no </a:t>
            </a:r>
            <a:r>
              <a:rPr lang="en-GB" dirty="0" err="1"/>
              <a:t>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”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4726305"/>
            <a:ext cx="5373688" cy="673417"/>
          </a:xfrm>
        </p:spPr>
        <p:txBody>
          <a:bodyPr/>
          <a:lstStyle>
            <a:lvl1pPr marL="0" indent="0" algn="l"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38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Title, Body Copy, Graph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FB629D-1461-3E6E-194F-1E2781C5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5683250" cy="9464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1555750"/>
            <a:ext cx="5683250" cy="923925"/>
          </a:xfr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 dirty="0"/>
              <a:t>Body copy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944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C50E13-06E5-F6BB-7667-EE8E9893D0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05315C-F3C4-4817-6DB5-825E9E8E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798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Char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BD67761C-12AC-06B4-1032-66C47B765FE0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722313" y="1555750"/>
            <a:ext cx="10747375" cy="4519613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below to add a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533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B0E688F9-03DF-D354-A8AF-EF5349F39C6B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323850" y="1555750"/>
            <a:ext cx="11544300" cy="4519613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below to add a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71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89EC94CF-F758-4A7C-3B39-A1EFC1EA815A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6581775" y="952500"/>
            <a:ext cx="4887913" cy="4968875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below to add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61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, Title, Sub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E0C9451-8976-3C96-3C4E-F9624BB3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063" y="952500"/>
            <a:ext cx="7634288" cy="2476500"/>
          </a:xfr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78063" y="3738563"/>
            <a:ext cx="7634287" cy="936625"/>
          </a:xfrm>
        </p:spPr>
        <p:txBody>
          <a:bodyPr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146B2-9533-23DF-7DA9-0EBFD969778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D4EDA1-89C5-8341-7EDE-FCCAAA0607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313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Statement 1, Title, Sub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BE3366F-F43E-6996-B128-0A001300FD2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tIns="2743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6B6A35-8740-9D1E-A189-71BC5C742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063" y="952500"/>
            <a:ext cx="7634288" cy="1537465"/>
          </a:xfr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78063" y="2492374"/>
            <a:ext cx="7634287" cy="311152"/>
          </a:xfrm>
        </p:spPr>
        <p:txBody>
          <a:bodyPr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03969-9100-4398-1394-9B9B34222C6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FB270-12CC-4B92-85FD-B7710644F26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498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885A1-2C43-8640-F232-FC5413728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231"/>
            <a:ext cx="7634288" cy="1870075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528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F17AB4-9E08-0A74-D302-44EB1D55B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634288" cy="1868488"/>
          </a:xfrm>
        </p:spPr>
        <p:txBody>
          <a:bodyPr wrap="square" anchor="ctr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102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634288" cy="1868487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240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gu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235825" cy="1868487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68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5412D7-A614-E163-F131-6847698E7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244601"/>
            <a:ext cx="10888663" cy="436721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FD99A5-A6E1-0514-02DB-84C6BD187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3114676"/>
            <a:ext cx="2749550" cy="623888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18" name="Picture 7" descr="Cisco logo">
            <a:extLst>
              <a:ext uri="{FF2B5EF4-FFF2-40B4-BE49-F238E27FC236}">
                <a16:creationId xmlns:a16="http://schemas.microsoft.com/office/drawing/2014/main" id="{56775E76-582E-6CCC-1676-4F670B0BFC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80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FD99A5-A6E1-0514-02DB-84C6BD187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3114676"/>
            <a:ext cx="2749550" cy="623888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17748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phic 2" descr="Cisco logo">
            <a:extLst>
              <a:ext uri="{FF2B5EF4-FFF2-40B4-BE49-F238E27FC236}">
                <a16:creationId xmlns:a16="http://schemas.microsoft.com/office/drawing/2014/main" id="{9A32CA38-C4CF-D4BC-78F1-F151F8F9799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487122" y="2978332"/>
            <a:ext cx="1217756" cy="640080"/>
            <a:chOff x="7202835" y="2919593"/>
            <a:chExt cx="1014444" cy="533215"/>
          </a:xfrm>
          <a:solidFill>
            <a:schemeClr val="bg1"/>
          </a:solidFill>
        </p:grpSpPr>
        <p:sp>
          <p:nvSpPr>
            <p:cNvPr id="4" name="Freeform 24">
              <a:extLst>
                <a:ext uri="{FF2B5EF4-FFF2-40B4-BE49-F238E27FC236}">
                  <a16:creationId xmlns:a16="http://schemas.microsoft.com/office/drawing/2014/main" id="{0848F511-CD0C-4E21-1411-CA7D0F6E3A43}"/>
                </a:ext>
              </a:extLst>
            </p:cNvPr>
            <p:cNvSpPr/>
            <p:nvPr/>
          </p:nvSpPr>
          <p:spPr>
            <a:xfrm>
              <a:off x="7489875" y="3273956"/>
              <a:ext cx="44467" cy="175170"/>
            </a:xfrm>
            <a:custGeom>
              <a:avLst/>
              <a:gdLst>
                <a:gd name="connsiteX0" fmla="*/ 0 w 44467"/>
                <a:gd name="connsiteY0" fmla="*/ 0 h 175170"/>
                <a:gd name="connsiteX1" fmla="*/ 44467 w 44467"/>
                <a:gd name="connsiteY1" fmla="*/ 0 h 175170"/>
                <a:gd name="connsiteX2" fmla="*/ 44467 w 44467"/>
                <a:gd name="connsiteY2" fmla="*/ 175170 h 175170"/>
                <a:gd name="connsiteX3" fmla="*/ 0 w 44467"/>
                <a:gd name="connsiteY3" fmla="*/ 175170 h 175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67" h="175170">
                  <a:moveTo>
                    <a:pt x="0" y="0"/>
                  </a:moveTo>
                  <a:lnTo>
                    <a:pt x="44467" y="0"/>
                  </a:lnTo>
                  <a:lnTo>
                    <a:pt x="44467" y="175170"/>
                  </a:lnTo>
                  <a:lnTo>
                    <a:pt x="0" y="175170"/>
                  </a:lnTo>
                  <a:close/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5" name="Freeform 25">
              <a:extLst>
                <a:ext uri="{FF2B5EF4-FFF2-40B4-BE49-F238E27FC236}">
                  <a16:creationId xmlns:a16="http://schemas.microsoft.com/office/drawing/2014/main" id="{CE7BD058-D0FF-047D-F5E7-7A0A610E086D}"/>
                </a:ext>
              </a:extLst>
            </p:cNvPr>
            <p:cNvSpPr/>
            <p:nvPr/>
          </p:nvSpPr>
          <p:spPr>
            <a:xfrm>
              <a:off x="7758493" y="3270889"/>
              <a:ext cx="134399" cy="181394"/>
            </a:xfrm>
            <a:custGeom>
              <a:avLst/>
              <a:gdLst>
                <a:gd name="connsiteX0" fmla="*/ 0 w 134399"/>
                <a:gd name="connsiteY0" fmla="*/ 90652 h 181394"/>
                <a:gd name="connsiteX1" fmla="*/ 93835 w 134399"/>
                <a:gd name="connsiteY1" fmla="*/ 181394 h 181394"/>
                <a:gd name="connsiteX2" fmla="*/ 134400 w 134399"/>
                <a:gd name="connsiteY2" fmla="*/ 175170 h 181394"/>
                <a:gd name="connsiteX3" fmla="*/ 134400 w 134399"/>
                <a:gd name="connsiteY3" fmla="*/ 128176 h 181394"/>
                <a:gd name="connsiteX4" fmla="*/ 97011 w 134399"/>
                <a:gd name="connsiteY4" fmla="*/ 137196 h 181394"/>
                <a:gd name="connsiteX5" fmla="*/ 50003 w 134399"/>
                <a:gd name="connsiteY5" fmla="*/ 90472 h 181394"/>
                <a:gd name="connsiteX6" fmla="*/ 97011 w 134399"/>
                <a:gd name="connsiteY6" fmla="*/ 43747 h 181394"/>
                <a:gd name="connsiteX7" fmla="*/ 134400 w 134399"/>
                <a:gd name="connsiteY7" fmla="*/ 52768 h 181394"/>
                <a:gd name="connsiteX8" fmla="*/ 134400 w 134399"/>
                <a:gd name="connsiteY8" fmla="*/ 6314 h 181394"/>
                <a:gd name="connsiteX9" fmla="*/ 93835 w 134399"/>
                <a:gd name="connsiteY9" fmla="*/ 0 h 181394"/>
                <a:gd name="connsiteX10" fmla="*/ 0 w 134399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399" h="181394">
                  <a:moveTo>
                    <a:pt x="0" y="90652"/>
                  </a:moveTo>
                  <a:cubicBezTo>
                    <a:pt x="0" y="147118"/>
                    <a:pt x="43832" y="181394"/>
                    <a:pt x="93835" y="181394"/>
                  </a:cubicBezTo>
                  <a:cubicBezTo>
                    <a:pt x="107583" y="181261"/>
                    <a:pt x="121250" y="179165"/>
                    <a:pt x="134400" y="175170"/>
                  </a:cubicBezTo>
                  <a:lnTo>
                    <a:pt x="134400" y="128176"/>
                  </a:lnTo>
                  <a:cubicBezTo>
                    <a:pt x="122893" y="134240"/>
                    <a:pt x="110034" y="137341"/>
                    <a:pt x="97011" y="137196"/>
                  </a:cubicBezTo>
                  <a:cubicBezTo>
                    <a:pt x="71048" y="137196"/>
                    <a:pt x="50003" y="116276"/>
                    <a:pt x="50003" y="90472"/>
                  </a:cubicBezTo>
                  <a:cubicBezTo>
                    <a:pt x="50003" y="64667"/>
                    <a:pt x="71048" y="43747"/>
                    <a:pt x="97011" y="43747"/>
                  </a:cubicBezTo>
                  <a:cubicBezTo>
                    <a:pt x="110034" y="43598"/>
                    <a:pt x="122893" y="46700"/>
                    <a:pt x="134400" y="52768"/>
                  </a:cubicBezTo>
                  <a:lnTo>
                    <a:pt x="134400" y="6314"/>
                  </a:lnTo>
                  <a:cubicBezTo>
                    <a:pt x="121287" y="2146"/>
                    <a:pt x="107602" y="15"/>
                    <a:pt x="93835" y="0"/>
                  </a:cubicBezTo>
                  <a:cubicBezTo>
                    <a:pt x="39385" y="0"/>
                    <a:pt x="0" y="38335"/>
                    <a:pt x="0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6" name="Freeform 26">
              <a:extLst>
                <a:ext uri="{FF2B5EF4-FFF2-40B4-BE49-F238E27FC236}">
                  <a16:creationId xmlns:a16="http://schemas.microsoft.com/office/drawing/2014/main" id="{83623A44-0F0F-1370-66F6-0846CAF90985}"/>
                </a:ext>
              </a:extLst>
            </p:cNvPr>
            <p:cNvSpPr/>
            <p:nvPr/>
          </p:nvSpPr>
          <p:spPr>
            <a:xfrm>
              <a:off x="7294401" y="3270889"/>
              <a:ext cx="134581" cy="181394"/>
            </a:xfrm>
            <a:custGeom>
              <a:avLst/>
              <a:gdLst>
                <a:gd name="connsiteX0" fmla="*/ 0 w 134581"/>
                <a:gd name="connsiteY0" fmla="*/ 90652 h 181394"/>
                <a:gd name="connsiteX1" fmla="*/ 93926 w 134581"/>
                <a:gd name="connsiteY1" fmla="*/ 181394 h 181394"/>
                <a:gd name="connsiteX2" fmla="*/ 134581 w 134581"/>
                <a:gd name="connsiteY2" fmla="*/ 175170 h 181394"/>
                <a:gd name="connsiteX3" fmla="*/ 134581 w 134581"/>
                <a:gd name="connsiteY3" fmla="*/ 128176 h 181394"/>
                <a:gd name="connsiteX4" fmla="*/ 97193 w 134581"/>
                <a:gd name="connsiteY4" fmla="*/ 137196 h 181394"/>
                <a:gd name="connsiteX5" fmla="*/ 50184 w 134581"/>
                <a:gd name="connsiteY5" fmla="*/ 90472 h 181394"/>
                <a:gd name="connsiteX6" fmla="*/ 97193 w 134581"/>
                <a:gd name="connsiteY6" fmla="*/ 43747 h 181394"/>
                <a:gd name="connsiteX7" fmla="*/ 134581 w 134581"/>
                <a:gd name="connsiteY7" fmla="*/ 52768 h 181394"/>
                <a:gd name="connsiteX8" fmla="*/ 134581 w 134581"/>
                <a:gd name="connsiteY8" fmla="*/ 6314 h 181394"/>
                <a:gd name="connsiteX9" fmla="*/ 93926 w 134581"/>
                <a:gd name="connsiteY9" fmla="*/ 0 h 181394"/>
                <a:gd name="connsiteX10" fmla="*/ 181 w 134581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581" h="181394">
                  <a:moveTo>
                    <a:pt x="0" y="90652"/>
                  </a:moveTo>
                  <a:cubicBezTo>
                    <a:pt x="0" y="147118"/>
                    <a:pt x="43832" y="181394"/>
                    <a:pt x="93926" y="181394"/>
                  </a:cubicBezTo>
                  <a:cubicBezTo>
                    <a:pt x="107708" y="181268"/>
                    <a:pt x="121400" y="179172"/>
                    <a:pt x="134581" y="175170"/>
                  </a:cubicBezTo>
                  <a:lnTo>
                    <a:pt x="134581" y="128176"/>
                  </a:lnTo>
                  <a:cubicBezTo>
                    <a:pt x="123065" y="134222"/>
                    <a:pt x="110216" y="137322"/>
                    <a:pt x="97193" y="137196"/>
                  </a:cubicBezTo>
                  <a:cubicBezTo>
                    <a:pt x="71231" y="137196"/>
                    <a:pt x="50184" y="116276"/>
                    <a:pt x="50184" y="90472"/>
                  </a:cubicBezTo>
                  <a:cubicBezTo>
                    <a:pt x="50184" y="64667"/>
                    <a:pt x="71231" y="43747"/>
                    <a:pt x="97193" y="43747"/>
                  </a:cubicBezTo>
                  <a:cubicBezTo>
                    <a:pt x="110217" y="43613"/>
                    <a:pt x="123068" y="46714"/>
                    <a:pt x="134581" y="52768"/>
                  </a:cubicBezTo>
                  <a:lnTo>
                    <a:pt x="134581" y="6314"/>
                  </a:lnTo>
                  <a:cubicBezTo>
                    <a:pt x="121434" y="2159"/>
                    <a:pt x="107722" y="30"/>
                    <a:pt x="93926" y="0"/>
                  </a:cubicBezTo>
                  <a:cubicBezTo>
                    <a:pt x="39476" y="0"/>
                    <a:pt x="181" y="38335"/>
                    <a:pt x="181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7" name="Freeform 27">
              <a:extLst>
                <a:ext uri="{FF2B5EF4-FFF2-40B4-BE49-F238E27FC236}">
                  <a16:creationId xmlns:a16="http://schemas.microsoft.com/office/drawing/2014/main" id="{8ABAB402-379C-A6D8-AF39-B22717AC8652}"/>
                </a:ext>
              </a:extLst>
            </p:cNvPr>
            <p:cNvSpPr/>
            <p:nvPr/>
          </p:nvSpPr>
          <p:spPr>
            <a:xfrm>
              <a:off x="7943079" y="3270861"/>
              <a:ext cx="182591" cy="181947"/>
            </a:xfrm>
            <a:custGeom>
              <a:avLst/>
              <a:gdLst>
                <a:gd name="connsiteX0" fmla="*/ 89568 w 182591"/>
                <a:gd name="connsiteY0" fmla="*/ 137224 h 181947"/>
                <a:gd name="connsiteX1" fmla="*/ 42832 w 182591"/>
                <a:gd name="connsiteY1" fmla="*/ 91494 h 181947"/>
                <a:gd name="connsiteX2" fmla="*/ 88842 w 182591"/>
                <a:gd name="connsiteY2" fmla="*/ 45041 h 181947"/>
                <a:gd name="connsiteX3" fmla="*/ 135578 w 182591"/>
                <a:gd name="connsiteY3" fmla="*/ 90772 h 181947"/>
                <a:gd name="connsiteX4" fmla="*/ 135578 w 182591"/>
                <a:gd name="connsiteY4" fmla="*/ 91131 h 181947"/>
                <a:gd name="connsiteX5" fmla="*/ 91220 w 182591"/>
                <a:gd name="connsiteY5" fmla="*/ 137218 h 181947"/>
                <a:gd name="connsiteX6" fmla="*/ 89568 w 182591"/>
                <a:gd name="connsiteY6" fmla="*/ 137224 h 181947"/>
                <a:gd name="connsiteX7" fmla="*/ 89568 w 182591"/>
                <a:gd name="connsiteY7" fmla="*/ 479 h 181947"/>
                <a:gd name="connsiteX8" fmla="*/ 17 w 182591"/>
                <a:gd name="connsiteY8" fmla="*/ 92919 h 181947"/>
                <a:gd name="connsiteX9" fmla="*/ 93017 w 182591"/>
                <a:gd name="connsiteY9" fmla="*/ 181931 h 181947"/>
                <a:gd name="connsiteX10" fmla="*/ 182586 w 182591"/>
                <a:gd name="connsiteY10" fmla="*/ 91131 h 181947"/>
                <a:gd name="connsiteX11" fmla="*/ 92781 w 182591"/>
                <a:gd name="connsiteY11" fmla="*/ 5 h 181947"/>
                <a:gd name="connsiteX12" fmla="*/ 89568 w 182591"/>
                <a:gd name="connsiteY12" fmla="*/ 28 h 18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591" h="181947">
                  <a:moveTo>
                    <a:pt x="89568" y="137224"/>
                  </a:moveTo>
                  <a:cubicBezTo>
                    <a:pt x="63959" y="137423"/>
                    <a:pt x="43032" y="116949"/>
                    <a:pt x="42832" y="91494"/>
                  </a:cubicBezTo>
                  <a:cubicBezTo>
                    <a:pt x="42633" y="66038"/>
                    <a:pt x="63233" y="45241"/>
                    <a:pt x="88842" y="45041"/>
                  </a:cubicBezTo>
                  <a:cubicBezTo>
                    <a:pt x="114452" y="44842"/>
                    <a:pt x="135378" y="65317"/>
                    <a:pt x="135578" y="90772"/>
                  </a:cubicBezTo>
                  <a:cubicBezTo>
                    <a:pt x="135578" y="90891"/>
                    <a:pt x="135578" y="91011"/>
                    <a:pt x="135578" y="91131"/>
                  </a:cubicBezTo>
                  <a:cubicBezTo>
                    <a:pt x="136132" y="116033"/>
                    <a:pt x="116267" y="136667"/>
                    <a:pt x="91220" y="137218"/>
                  </a:cubicBezTo>
                  <a:cubicBezTo>
                    <a:pt x="90666" y="137229"/>
                    <a:pt x="90122" y="137232"/>
                    <a:pt x="89568" y="137224"/>
                  </a:cubicBezTo>
                  <a:moveTo>
                    <a:pt x="89568" y="479"/>
                  </a:moveTo>
                  <a:cubicBezTo>
                    <a:pt x="39157" y="1425"/>
                    <a:pt x="-936" y="42812"/>
                    <a:pt x="17" y="92919"/>
                  </a:cubicBezTo>
                  <a:cubicBezTo>
                    <a:pt x="969" y="143026"/>
                    <a:pt x="42605" y="182877"/>
                    <a:pt x="93017" y="181931"/>
                  </a:cubicBezTo>
                  <a:cubicBezTo>
                    <a:pt x="142784" y="180997"/>
                    <a:pt x="182623" y="140607"/>
                    <a:pt x="182586" y="91131"/>
                  </a:cubicBezTo>
                  <a:cubicBezTo>
                    <a:pt x="183104" y="41317"/>
                    <a:pt x="142893" y="519"/>
                    <a:pt x="92781" y="5"/>
                  </a:cubicBezTo>
                  <a:cubicBezTo>
                    <a:pt x="91710" y="-6"/>
                    <a:pt x="90639" y="1"/>
                    <a:pt x="89568" y="28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8" name="Freeform 28">
              <a:extLst>
                <a:ext uri="{FF2B5EF4-FFF2-40B4-BE49-F238E27FC236}">
                  <a16:creationId xmlns:a16="http://schemas.microsoft.com/office/drawing/2014/main" id="{A0F49F63-D861-23D0-7A32-6898EA38AA9E}"/>
                </a:ext>
              </a:extLst>
            </p:cNvPr>
            <p:cNvSpPr/>
            <p:nvPr/>
          </p:nvSpPr>
          <p:spPr>
            <a:xfrm>
              <a:off x="7593692" y="3270799"/>
              <a:ext cx="121059" cy="181484"/>
            </a:xfrm>
            <a:custGeom>
              <a:avLst/>
              <a:gdLst>
                <a:gd name="connsiteX0" fmla="*/ 79678 w 121059"/>
                <a:gd name="connsiteY0" fmla="*/ 72612 h 181484"/>
                <a:gd name="connsiteX1" fmla="*/ 67427 w 121059"/>
                <a:gd name="connsiteY1" fmla="*/ 68733 h 181484"/>
                <a:gd name="connsiteX2" fmla="*/ 47099 w 121059"/>
                <a:gd name="connsiteY2" fmla="*/ 52046 h 181484"/>
                <a:gd name="connsiteX3" fmla="*/ 74324 w 121059"/>
                <a:gd name="connsiteY3" fmla="*/ 37614 h 181484"/>
                <a:gd name="connsiteX4" fmla="*/ 109081 w 121059"/>
                <a:gd name="connsiteY4" fmla="*/ 43026 h 181484"/>
                <a:gd name="connsiteX5" fmla="*/ 109081 w 121059"/>
                <a:gd name="connsiteY5" fmla="*/ 5592 h 181484"/>
                <a:gd name="connsiteX6" fmla="*/ 65703 w 121059"/>
                <a:gd name="connsiteY6" fmla="*/ 0 h 181484"/>
                <a:gd name="connsiteX7" fmla="*/ 0 w 121059"/>
                <a:gd name="connsiteY7" fmla="*/ 54752 h 181484"/>
                <a:gd name="connsiteX8" fmla="*/ 45375 w 121059"/>
                <a:gd name="connsiteY8" fmla="*/ 105986 h 181484"/>
                <a:gd name="connsiteX9" fmla="*/ 54994 w 121059"/>
                <a:gd name="connsiteY9" fmla="*/ 109143 h 181484"/>
                <a:gd name="connsiteX10" fmla="*/ 74778 w 121059"/>
                <a:gd name="connsiteY10" fmla="*/ 126462 h 181484"/>
                <a:gd name="connsiteX11" fmla="*/ 42471 w 121059"/>
                <a:gd name="connsiteY11" fmla="*/ 142878 h 181484"/>
                <a:gd name="connsiteX12" fmla="*/ 454 w 121059"/>
                <a:gd name="connsiteY12" fmla="*/ 136384 h 181484"/>
                <a:gd name="connsiteX13" fmla="*/ 454 w 121059"/>
                <a:gd name="connsiteY13" fmla="*/ 176704 h 181484"/>
                <a:gd name="connsiteX14" fmla="*/ 48460 w 121059"/>
                <a:gd name="connsiteY14" fmla="*/ 181484 h 181484"/>
                <a:gd name="connsiteX15" fmla="*/ 121060 w 121059"/>
                <a:gd name="connsiteY15" fmla="*/ 122673 h 181484"/>
                <a:gd name="connsiteX16" fmla="*/ 79043 w 121059"/>
                <a:gd name="connsiteY16" fmla="*/ 72612 h 181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1059" h="181484">
                  <a:moveTo>
                    <a:pt x="79678" y="72612"/>
                  </a:moveTo>
                  <a:lnTo>
                    <a:pt x="67427" y="68733"/>
                  </a:lnTo>
                  <a:cubicBezTo>
                    <a:pt x="60167" y="66388"/>
                    <a:pt x="47099" y="62690"/>
                    <a:pt x="47099" y="52046"/>
                  </a:cubicBezTo>
                  <a:cubicBezTo>
                    <a:pt x="47099" y="43567"/>
                    <a:pt x="56718" y="37614"/>
                    <a:pt x="74324" y="37614"/>
                  </a:cubicBezTo>
                  <a:cubicBezTo>
                    <a:pt x="86085" y="38079"/>
                    <a:pt x="97746" y="39896"/>
                    <a:pt x="109081" y="43026"/>
                  </a:cubicBezTo>
                  <a:lnTo>
                    <a:pt x="109081" y="5592"/>
                  </a:lnTo>
                  <a:cubicBezTo>
                    <a:pt x="94888" y="2071"/>
                    <a:pt x="80331" y="194"/>
                    <a:pt x="65703" y="0"/>
                  </a:cubicBezTo>
                  <a:cubicBezTo>
                    <a:pt x="24684" y="0"/>
                    <a:pt x="0" y="22009"/>
                    <a:pt x="0" y="54752"/>
                  </a:cubicBezTo>
                  <a:cubicBezTo>
                    <a:pt x="0" y="83797"/>
                    <a:pt x="20691" y="98229"/>
                    <a:pt x="45375" y="105986"/>
                  </a:cubicBezTo>
                  <a:cubicBezTo>
                    <a:pt x="48188" y="106888"/>
                    <a:pt x="52272" y="108151"/>
                    <a:pt x="54994" y="109143"/>
                  </a:cubicBezTo>
                  <a:cubicBezTo>
                    <a:pt x="65975" y="112571"/>
                    <a:pt x="74778" y="117622"/>
                    <a:pt x="74778" y="126462"/>
                  </a:cubicBezTo>
                  <a:cubicBezTo>
                    <a:pt x="74778" y="135301"/>
                    <a:pt x="64614" y="142878"/>
                    <a:pt x="42471" y="142878"/>
                  </a:cubicBezTo>
                  <a:cubicBezTo>
                    <a:pt x="28250" y="142457"/>
                    <a:pt x="14130" y="140275"/>
                    <a:pt x="454" y="136384"/>
                  </a:cubicBezTo>
                  <a:lnTo>
                    <a:pt x="454" y="176704"/>
                  </a:lnTo>
                  <a:cubicBezTo>
                    <a:pt x="16281" y="179724"/>
                    <a:pt x="32343" y="181324"/>
                    <a:pt x="48460" y="181484"/>
                  </a:cubicBezTo>
                  <a:cubicBezTo>
                    <a:pt x="82491" y="181484"/>
                    <a:pt x="121060" y="166691"/>
                    <a:pt x="121060" y="122673"/>
                  </a:cubicBezTo>
                  <a:cubicBezTo>
                    <a:pt x="121060" y="101296"/>
                    <a:pt x="107901" y="81632"/>
                    <a:pt x="79043" y="7261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9" name="Freeform 29">
              <a:extLst>
                <a:ext uri="{FF2B5EF4-FFF2-40B4-BE49-F238E27FC236}">
                  <a16:creationId xmlns:a16="http://schemas.microsoft.com/office/drawing/2014/main" id="{62CA1BBC-594E-0B3B-ACB5-5180E647EB68}"/>
                </a:ext>
              </a:extLst>
            </p:cNvPr>
            <p:cNvSpPr/>
            <p:nvPr/>
          </p:nvSpPr>
          <p:spPr>
            <a:xfrm>
              <a:off x="7202835" y="3063878"/>
              <a:ext cx="44194" cy="88432"/>
            </a:xfrm>
            <a:custGeom>
              <a:avLst/>
              <a:gdLst>
                <a:gd name="connsiteX0" fmla="*/ 22143 w 44194"/>
                <a:gd name="connsiteY0" fmla="*/ 0 h 88432"/>
                <a:gd name="connsiteX1" fmla="*/ 0 w 44194"/>
                <a:gd name="connsiteY1" fmla="*/ 21919 h 88432"/>
                <a:gd name="connsiteX2" fmla="*/ 0 w 44194"/>
                <a:gd name="connsiteY2" fmla="*/ 67831 h 88432"/>
                <a:gd name="connsiteX3" fmla="*/ 23514 w 44194"/>
                <a:gd name="connsiteY3" fmla="*/ 88387 h 88432"/>
                <a:gd name="connsiteX4" fmla="*/ 44195 w 44194"/>
                <a:gd name="connsiteY4" fmla="*/ 67831 h 88432"/>
                <a:gd name="connsiteX5" fmla="*/ 44195 w 44194"/>
                <a:gd name="connsiteY5" fmla="*/ 21919 h 88432"/>
                <a:gd name="connsiteX6" fmla="*/ 22143 w 44194"/>
                <a:gd name="connsiteY6" fmla="*/ 0 h 88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94" h="88432">
                  <a:moveTo>
                    <a:pt x="22143" y="0"/>
                  </a:moveTo>
                  <a:cubicBezTo>
                    <a:pt x="9949" y="0"/>
                    <a:pt x="50" y="9799"/>
                    <a:pt x="0" y="21919"/>
                  </a:cubicBezTo>
                  <a:lnTo>
                    <a:pt x="0" y="67831"/>
                  </a:lnTo>
                  <a:cubicBezTo>
                    <a:pt x="782" y="79961"/>
                    <a:pt x="11310" y="89165"/>
                    <a:pt x="23514" y="88387"/>
                  </a:cubicBezTo>
                  <a:cubicBezTo>
                    <a:pt x="34627" y="87679"/>
                    <a:pt x="43483" y="78877"/>
                    <a:pt x="44195" y="67831"/>
                  </a:cubicBezTo>
                  <a:lnTo>
                    <a:pt x="44195" y="21919"/>
                  </a:lnTo>
                  <a:cubicBezTo>
                    <a:pt x="44195" y="9813"/>
                    <a:pt x="34321" y="0"/>
                    <a:pt x="22143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51B57147-07A3-179D-3B44-669E31BA0779}"/>
                </a:ext>
              </a:extLst>
            </p:cNvPr>
            <p:cNvSpPr/>
            <p:nvPr/>
          </p:nvSpPr>
          <p:spPr>
            <a:xfrm>
              <a:off x="7324348" y="3003533"/>
              <a:ext cx="44104" cy="150094"/>
            </a:xfrm>
            <a:custGeom>
              <a:avLst/>
              <a:gdLst>
                <a:gd name="connsiteX0" fmla="*/ 22052 w 44104"/>
                <a:gd name="connsiteY0" fmla="*/ 150094 h 150094"/>
                <a:gd name="connsiteX1" fmla="*/ 44104 w 44104"/>
                <a:gd name="connsiteY1" fmla="*/ 128176 h 150094"/>
                <a:gd name="connsiteX2" fmla="*/ 44104 w 44104"/>
                <a:gd name="connsiteY2" fmla="*/ 21919 h 150094"/>
                <a:gd name="connsiteX3" fmla="*/ 22052 w 44104"/>
                <a:gd name="connsiteY3" fmla="*/ 0 h 150094"/>
                <a:gd name="connsiteX4" fmla="*/ 0 w 44104"/>
                <a:gd name="connsiteY4" fmla="*/ 21919 h 150094"/>
                <a:gd name="connsiteX5" fmla="*/ 0 w 44104"/>
                <a:gd name="connsiteY5" fmla="*/ 128176 h 150094"/>
                <a:gd name="connsiteX6" fmla="*/ 22052 w 44104"/>
                <a:gd name="connsiteY6" fmla="*/ 150094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22052" y="150094"/>
                  </a:moveTo>
                  <a:cubicBezTo>
                    <a:pt x="34231" y="150094"/>
                    <a:pt x="44104" y="140281"/>
                    <a:pt x="44104" y="128176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3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3" y="150094"/>
                    <a:pt x="22052" y="150094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1" name="Freeform 31">
              <a:extLst>
                <a:ext uri="{FF2B5EF4-FFF2-40B4-BE49-F238E27FC236}">
                  <a16:creationId xmlns:a16="http://schemas.microsoft.com/office/drawing/2014/main" id="{D2F4977B-6C3A-1749-28D3-74067758D800}"/>
                </a:ext>
              </a:extLst>
            </p:cNvPr>
            <p:cNvSpPr/>
            <p:nvPr/>
          </p:nvSpPr>
          <p:spPr>
            <a:xfrm>
              <a:off x="7445589" y="2921000"/>
              <a:ext cx="44104" cy="276375"/>
            </a:xfrm>
            <a:custGeom>
              <a:avLst/>
              <a:gdLst>
                <a:gd name="connsiteX0" fmla="*/ 22052 w 44104"/>
                <a:gd name="connsiteY0" fmla="*/ 0 h 276375"/>
                <a:gd name="connsiteX1" fmla="*/ 0 w 44104"/>
                <a:gd name="connsiteY1" fmla="*/ 21919 h 276375"/>
                <a:gd name="connsiteX2" fmla="*/ 0 w 44104"/>
                <a:gd name="connsiteY2" fmla="*/ 254457 h 276375"/>
                <a:gd name="connsiteX3" fmla="*/ 22052 w 44104"/>
                <a:gd name="connsiteY3" fmla="*/ 276376 h 276375"/>
                <a:gd name="connsiteX4" fmla="*/ 44104 w 44104"/>
                <a:gd name="connsiteY4" fmla="*/ 254457 h 276375"/>
                <a:gd name="connsiteX5" fmla="*/ 44104 w 44104"/>
                <a:gd name="connsiteY5" fmla="*/ 21919 h 276375"/>
                <a:gd name="connsiteX6" fmla="*/ 22052 w 44104"/>
                <a:gd name="connsiteY6" fmla="*/ 0 h 27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276375">
                  <a:moveTo>
                    <a:pt x="22052" y="0"/>
                  </a:moveTo>
                  <a:cubicBezTo>
                    <a:pt x="9873" y="0"/>
                    <a:pt x="0" y="9813"/>
                    <a:pt x="0" y="21919"/>
                  </a:cubicBezTo>
                  <a:lnTo>
                    <a:pt x="0" y="254457"/>
                  </a:lnTo>
                  <a:cubicBezTo>
                    <a:pt x="0" y="266563"/>
                    <a:pt x="9873" y="276376"/>
                    <a:pt x="22052" y="276376"/>
                  </a:cubicBezTo>
                  <a:cubicBezTo>
                    <a:pt x="34231" y="276376"/>
                    <a:pt x="44104" y="266563"/>
                    <a:pt x="44104" y="254457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2" name="Freeform 32">
              <a:extLst>
                <a:ext uri="{FF2B5EF4-FFF2-40B4-BE49-F238E27FC236}">
                  <a16:creationId xmlns:a16="http://schemas.microsoft.com/office/drawing/2014/main" id="{7539BE40-6861-0AFB-E72A-25B2630122C7}"/>
                </a:ext>
              </a:extLst>
            </p:cNvPr>
            <p:cNvSpPr/>
            <p:nvPr/>
          </p:nvSpPr>
          <p:spPr>
            <a:xfrm>
              <a:off x="7566921" y="3003533"/>
              <a:ext cx="44104" cy="150094"/>
            </a:xfrm>
            <a:custGeom>
              <a:avLst/>
              <a:gdLst>
                <a:gd name="connsiteX0" fmla="*/ 44104 w 44104"/>
                <a:gd name="connsiteY0" fmla="*/ 128176 h 150094"/>
                <a:gd name="connsiteX1" fmla="*/ 44104 w 44104"/>
                <a:gd name="connsiteY1" fmla="*/ 21919 h 150094"/>
                <a:gd name="connsiteX2" fmla="*/ 22052 w 44104"/>
                <a:gd name="connsiteY2" fmla="*/ 0 h 150094"/>
                <a:gd name="connsiteX3" fmla="*/ 0 w 44104"/>
                <a:gd name="connsiteY3" fmla="*/ 21919 h 150094"/>
                <a:gd name="connsiteX4" fmla="*/ 0 w 44104"/>
                <a:gd name="connsiteY4" fmla="*/ 128176 h 150094"/>
                <a:gd name="connsiteX5" fmla="*/ 22052 w 44104"/>
                <a:gd name="connsiteY5" fmla="*/ 150094 h 150094"/>
                <a:gd name="connsiteX6" fmla="*/ 44104 w 44104"/>
                <a:gd name="connsiteY6" fmla="*/ 128176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44104" y="128176"/>
                  </a:move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4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4" y="150094"/>
                    <a:pt x="22052" y="150094"/>
                  </a:cubicBezTo>
                  <a:cubicBezTo>
                    <a:pt x="34231" y="150094"/>
                    <a:pt x="44104" y="140281"/>
                    <a:pt x="44104" y="128176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3" name="Freeform 33">
              <a:extLst>
                <a:ext uri="{FF2B5EF4-FFF2-40B4-BE49-F238E27FC236}">
                  <a16:creationId xmlns:a16="http://schemas.microsoft.com/office/drawing/2014/main" id="{8726BE87-6F3D-1887-CD70-E89DF7FE7BFC}"/>
                </a:ext>
              </a:extLst>
            </p:cNvPr>
            <p:cNvSpPr/>
            <p:nvPr/>
          </p:nvSpPr>
          <p:spPr>
            <a:xfrm>
              <a:off x="7687800" y="3063876"/>
              <a:ext cx="44104" cy="89751"/>
            </a:xfrm>
            <a:custGeom>
              <a:avLst/>
              <a:gdLst>
                <a:gd name="connsiteX0" fmla="*/ 22415 w 44104"/>
                <a:gd name="connsiteY0" fmla="*/ 2 h 89751"/>
                <a:gd name="connsiteX1" fmla="*/ 0 w 44104"/>
                <a:gd name="connsiteY1" fmla="*/ 21738 h 89751"/>
                <a:gd name="connsiteX2" fmla="*/ 0 w 44104"/>
                <a:gd name="connsiteY2" fmla="*/ 21921 h 89751"/>
                <a:gd name="connsiteX3" fmla="*/ 0 w 44104"/>
                <a:gd name="connsiteY3" fmla="*/ 67833 h 89751"/>
                <a:gd name="connsiteX4" fmla="*/ 22052 w 44104"/>
                <a:gd name="connsiteY4" fmla="*/ 89752 h 89751"/>
                <a:gd name="connsiteX5" fmla="*/ 44104 w 44104"/>
                <a:gd name="connsiteY5" fmla="*/ 67833 h 89751"/>
                <a:gd name="connsiteX6" fmla="*/ 44104 w 44104"/>
                <a:gd name="connsiteY6" fmla="*/ 21921 h 89751"/>
                <a:gd name="connsiteX7" fmla="*/ 22143 w 44104"/>
                <a:gd name="connsiteY7" fmla="*/ 2 h 89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104" h="89751">
                  <a:moveTo>
                    <a:pt x="22415" y="2"/>
                  </a:moveTo>
                  <a:cubicBezTo>
                    <a:pt x="10191" y="-148"/>
                    <a:pt x="154" y="9584"/>
                    <a:pt x="0" y="21738"/>
                  </a:cubicBezTo>
                  <a:cubicBezTo>
                    <a:pt x="0" y="21799"/>
                    <a:pt x="0" y="21860"/>
                    <a:pt x="0" y="21921"/>
                  </a:cubicBezTo>
                  <a:lnTo>
                    <a:pt x="0" y="67833"/>
                  </a:lnTo>
                  <a:cubicBezTo>
                    <a:pt x="0" y="79939"/>
                    <a:pt x="9874" y="89752"/>
                    <a:pt x="22052" y="89752"/>
                  </a:cubicBezTo>
                  <a:cubicBezTo>
                    <a:pt x="34231" y="89752"/>
                    <a:pt x="44104" y="79939"/>
                    <a:pt x="44104" y="67833"/>
                  </a:cubicBezTo>
                  <a:lnTo>
                    <a:pt x="44104" y="21921"/>
                  </a:lnTo>
                  <a:cubicBezTo>
                    <a:pt x="44104" y="9850"/>
                    <a:pt x="34285" y="51"/>
                    <a:pt x="22143" y="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4" name="Freeform 34">
              <a:extLst>
                <a:ext uri="{FF2B5EF4-FFF2-40B4-BE49-F238E27FC236}">
                  <a16:creationId xmlns:a16="http://schemas.microsoft.com/office/drawing/2014/main" id="{EB3564BA-B2F9-645B-AD4D-30EC3199A221}"/>
                </a:ext>
              </a:extLst>
            </p:cNvPr>
            <p:cNvSpPr/>
            <p:nvPr/>
          </p:nvSpPr>
          <p:spPr>
            <a:xfrm>
              <a:off x="7809447" y="3002127"/>
              <a:ext cx="44107" cy="151500"/>
            </a:xfrm>
            <a:custGeom>
              <a:avLst/>
              <a:gdLst>
                <a:gd name="connsiteX0" fmla="*/ 22009 w 44107"/>
                <a:gd name="connsiteY0" fmla="*/ 151500 h 151500"/>
                <a:gd name="connsiteX1" fmla="*/ 44061 w 44107"/>
                <a:gd name="connsiteY1" fmla="*/ 129582 h 151500"/>
                <a:gd name="connsiteX2" fmla="*/ 44061 w 44107"/>
                <a:gd name="connsiteY2" fmla="*/ 23325 h 151500"/>
                <a:gd name="connsiteX3" fmla="*/ 23470 w 44107"/>
                <a:gd name="connsiteY3" fmla="*/ 46 h 151500"/>
                <a:gd name="connsiteX4" fmla="*/ 48 w 44107"/>
                <a:gd name="connsiteY4" fmla="*/ 20514 h 151500"/>
                <a:gd name="connsiteX5" fmla="*/ 48 w 44107"/>
                <a:gd name="connsiteY5" fmla="*/ 23325 h 151500"/>
                <a:gd name="connsiteX6" fmla="*/ 48 w 44107"/>
                <a:gd name="connsiteY6" fmla="*/ 129582 h 151500"/>
                <a:gd name="connsiteX7" fmla="*/ 21918 w 44107"/>
                <a:gd name="connsiteY7" fmla="*/ 151500 h 151500"/>
                <a:gd name="connsiteX8" fmla="*/ 22009 w 44107"/>
                <a:gd name="connsiteY8" fmla="*/ 151500 h 15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151500">
                  <a:moveTo>
                    <a:pt x="22009" y="151500"/>
                  </a:moveTo>
                  <a:cubicBezTo>
                    <a:pt x="34188" y="151500"/>
                    <a:pt x="44061" y="141688"/>
                    <a:pt x="44061" y="129582"/>
                  </a:cubicBezTo>
                  <a:lnTo>
                    <a:pt x="44061" y="23325"/>
                  </a:lnTo>
                  <a:cubicBezTo>
                    <a:pt x="44841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1"/>
                    <a:pt x="-16" y="22389"/>
                    <a:pt x="48" y="23325"/>
                  </a:cubicBezTo>
                  <a:lnTo>
                    <a:pt x="48" y="129582"/>
                  </a:lnTo>
                  <a:cubicBezTo>
                    <a:pt x="-7" y="141637"/>
                    <a:pt x="9785" y="151451"/>
                    <a:pt x="21918" y="151500"/>
                  </a:cubicBezTo>
                  <a:cubicBezTo>
                    <a:pt x="21945" y="151500"/>
                    <a:pt x="21982" y="151500"/>
                    <a:pt x="22009" y="15150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5" name="Freeform 35">
              <a:extLst>
                <a:ext uri="{FF2B5EF4-FFF2-40B4-BE49-F238E27FC236}">
                  <a16:creationId xmlns:a16="http://schemas.microsoft.com/office/drawing/2014/main" id="{0B4EEF7D-1D1F-7611-2AD6-3168E2EE165C}"/>
                </a:ext>
              </a:extLst>
            </p:cNvPr>
            <p:cNvSpPr/>
            <p:nvPr/>
          </p:nvSpPr>
          <p:spPr>
            <a:xfrm>
              <a:off x="7930779" y="2919593"/>
              <a:ext cx="44108" cy="279187"/>
            </a:xfrm>
            <a:custGeom>
              <a:avLst/>
              <a:gdLst>
                <a:gd name="connsiteX0" fmla="*/ 44061 w 44108"/>
                <a:gd name="connsiteY0" fmla="*/ 255863 h 279187"/>
                <a:gd name="connsiteX1" fmla="*/ 44061 w 44108"/>
                <a:gd name="connsiteY1" fmla="*/ 23325 h 279187"/>
                <a:gd name="connsiteX2" fmla="*/ 23470 w 44108"/>
                <a:gd name="connsiteY2" fmla="*/ 46 h 279187"/>
                <a:gd name="connsiteX3" fmla="*/ 48 w 44108"/>
                <a:gd name="connsiteY3" fmla="*/ 20514 h 279187"/>
                <a:gd name="connsiteX4" fmla="*/ 48 w 44108"/>
                <a:gd name="connsiteY4" fmla="*/ 23325 h 279187"/>
                <a:gd name="connsiteX5" fmla="*/ 48 w 44108"/>
                <a:gd name="connsiteY5" fmla="*/ 255863 h 279187"/>
                <a:gd name="connsiteX6" fmla="*/ 20639 w 44108"/>
                <a:gd name="connsiteY6" fmla="*/ 279142 h 279187"/>
                <a:gd name="connsiteX7" fmla="*/ 44061 w 44108"/>
                <a:gd name="connsiteY7" fmla="*/ 258674 h 279187"/>
                <a:gd name="connsiteX8" fmla="*/ 44061 w 44108"/>
                <a:gd name="connsiteY8" fmla="*/ 255863 h 279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8" h="279187">
                  <a:moveTo>
                    <a:pt x="44061" y="255863"/>
                  </a:moveTo>
                  <a:lnTo>
                    <a:pt x="44061" y="23325"/>
                  </a:lnTo>
                  <a:cubicBezTo>
                    <a:pt x="44842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0"/>
                    <a:pt x="-16" y="22389"/>
                    <a:pt x="48" y="23325"/>
                  </a:cubicBezTo>
                  <a:lnTo>
                    <a:pt x="48" y="255863"/>
                  </a:lnTo>
                  <a:cubicBezTo>
                    <a:pt x="-733" y="267944"/>
                    <a:pt x="8487" y="278366"/>
                    <a:pt x="20639" y="279142"/>
                  </a:cubicBezTo>
                  <a:cubicBezTo>
                    <a:pt x="32790" y="279919"/>
                    <a:pt x="43281" y="270754"/>
                    <a:pt x="44061" y="258674"/>
                  </a:cubicBezTo>
                  <a:cubicBezTo>
                    <a:pt x="44125" y="257737"/>
                    <a:pt x="44125" y="256799"/>
                    <a:pt x="44061" y="255863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6" name="Freeform 36">
              <a:extLst>
                <a:ext uri="{FF2B5EF4-FFF2-40B4-BE49-F238E27FC236}">
                  <a16:creationId xmlns:a16="http://schemas.microsoft.com/office/drawing/2014/main" id="{9A55B643-50C9-ECA1-F047-7AF4A01DADB7}"/>
                </a:ext>
              </a:extLst>
            </p:cNvPr>
            <p:cNvSpPr/>
            <p:nvPr/>
          </p:nvSpPr>
          <p:spPr>
            <a:xfrm>
              <a:off x="8051886" y="3003443"/>
              <a:ext cx="44285" cy="150187"/>
            </a:xfrm>
            <a:custGeom>
              <a:avLst/>
              <a:gdLst>
                <a:gd name="connsiteX0" fmla="*/ 21961 w 44285"/>
                <a:gd name="connsiteY0" fmla="*/ 150185 h 150187"/>
                <a:gd name="connsiteX1" fmla="*/ 44286 w 44285"/>
                <a:gd name="connsiteY1" fmla="*/ 128720 h 150187"/>
                <a:gd name="connsiteX2" fmla="*/ 44286 w 44285"/>
                <a:gd name="connsiteY2" fmla="*/ 128266 h 150187"/>
                <a:gd name="connsiteX3" fmla="*/ 44286 w 44285"/>
                <a:gd name="connsiteY3" fmla="*/ 22009 h 150187"/>
                <a:gd name="connsiteX4" fmla="*/ 22143 w 44285"/>
                <a:gd name="connsiteY4" fmla="*/ 0 h 150187"/>
                <a:gd name="connsiteX5" fmla="*/ 0 w 44285"/>
                <a:gd name="connsiteY5" fmla="*/ 22009 h 150187"/>
                <a:gd name="connsiteX6" fmla="*/ 0 w 44285"/>
                <a:gd name="connsiteY6" fmla="*/ 128266 h 150187"/>
                <a:gd name="connsiteX7" fmla="*/ 22052 w 44285"/>
                <a:gd name="connsiteY7" fmla="*/ 150185 h 15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285" h="150187">
                  <a:moveTo>
                    <a:pt x="21961" y="150185"/>
                  </a:moveTo>
                  <a:cubicBezTo>
                    <a:pt x="34086" y="150384"/>
                    <a:pt x="44086" y="140774"/>
                    <a:pt x="44286" y="128720"/>
                  </a:cubicBezTo>
                  <a:cubicBezTo>
                    <a:pt x="44286" y="128569"/>
                    <a:pt x="44286" y="128417"/>
                    <a:pt x="44286" y="128266"/>
                  </a:cubicBezTo>
                  <a:lnTo>
                    <a:pt x="44286" y="22009"/>
                  </a:lnTo>
                  <a:cubicBezTo>
                    <a:pt x="44286" y="9854"/>
                    <a:pt x="34376" y="0"/>
                    <a:pt x="22143" y="0"/>
                  </a:cubicBezTo>
                  <a:cubicBezTo>
                    <a:pt x="9910" y="0"/>
                    <a:pt x="0" y="9854"/>
                    <a:pt x="0" y="22009"/>
                  </a:cubicBezTo>
                  <a:lnTo>
                    <a:pt x="0" y="128266"/>
                  </a:lnTo>
                  <a:cubicBezTo>
                    <a:pt x="0" y="140372"/>
                    <a:pt x="9874" y="150185"/>
                    <a:pt x="22052" y="150185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46A6ACD1-E596-9055-243C-B9CF5CFB813D}"/>
                </a:ext>
              </a:extLst>
            </p:cNvPr>
            <p:cNvSpPr/>
            <p:nvPr/>
          </p:nvSpPr>
          <p:spPr>
            <a:xfrm>
              <a:off x="8173172" y="3063878"/>
              <a:ext cx="44107" cy="91156"/>
            </a:xfrm>
            <a:custGeom>
              <a:avLst/>
              <a:gdLst>
                <a:gd name="connsiteX0" fmla="*/ 22007 w 44107"/>
                <a:gd name="connsiteY0" fmla="*/ 0 h 91156"/>
                <a:gd name="connsiteX1" fmla="*/ 46 w 44107"/>
                <a:gd name="connsiteY1" fmla="*/ 21829 h 91156"/>
                <a:gd name="connsiteX2" fmla="*/ 46 w 44107"/>
                <a:gd name="connsiteY2" fmla="*/ 21919 h 91156"/>
                <a:gd name="connsiteX3" fmla="*/ 46 w 44107"/>
                <a:gd name="connsiteY3" fmla="*/ 67831 h 91156"/>
                <a:gd name="connsiteX4" fmla="*/ 20637 w 44107"/>
                <a:gd name="connsiteY4" fmla="*/ 91110 h 91156"/>
                <a:gd name="connsiteX5" fmla="*/ 44059 w 44107"/>
                <a:gd name="connsiteY5" fmla="*/ 70642 h 91156"/>
                <a:gd name="connsiteX6" fmla="*/ 44059 w 44107"/>
                <a:gd name="connsiteY6" fmla="*/ 67831 h 91156"/>
                <a:gd name="connsiteX7" fmla="*/ 44059 w 44107"/>
                <a:gd name="connsiteY7" fmla="*/ 21919 h 91156"/>
                <a:gd name="connsiteX8" fmla="*/ 22007 w 44107"/>
                <a:gd name="connsiteY8" fmla="*/ 0 h 9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91156">
                  <a:moveTo>
                    <a:pt x="22007" y="0"/>
                  </a:moveTo>
                  <a:cubicBezTo>
                    <a:pt x="9874" y="0"/>
                    <a:pt x="46" y="9773"/>
                    <a:pt x="46" y="21829"/>
                  </a:cubicBezTo>
                  <a:cubicBezTo>
                    <a:pt x="46" y="21858"/>
                    <a:pt x="46" y="21889"/>
                    <a:pt x="46" y="21919"/>
                  </a:cubicBezTo>
                  <a:lnTo>
                    <a:pt x="46" y="67831"/>
                  </a:lnTo>
                  <a:cubicBezTo>
                    <a:pt x="-734" y="79912"/>
                    <a:pt x="8486" y="90334"/>
                    <a:pt x="20637" y="91110"/>
                  </a:cubicBezTo>
                  <a:cubicBezTo>
                    <a:pt x="32789" y="91887"/>
                    <a:pt x="43279" y="82722"/>
                    <a:pt x="44059" y="70642"/>
                  </a:cubicBezTo>
                  <a:cubicBezTo>
                    <a:pt x="44123" y="69705"/>
                    <a:pt x="44123" y="68767"/>
                    <a:pt x="44059" y="67831"/>
                  </a:cubicBezTo>
                  <a:lnTo>
                    <a:pt x="44059" y="21919"/>
                  </a:lnTo>
                  <a:cubicBezTo>
                    <a:pt x="44059" y="9813"/>
                    <a:pt x="34186" y="0"/>
                    <a:pt x="22007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3859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21F2830-F0A3-2EAC-C709-5C928A8C4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55BE63C-8C0C-FC75-3DF2-F8F96A3C8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754" y="1244599"/>
            <a:ext cx="11544396" cy="4835321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9B4362-70A2-3ADC-C4AA-ADA6E4E09C94}"/>
              </a:ext>
            </a:extLst>
          </p:cNvPr>
          <p:cNvSpPr>
            <a:spLocks/>
          </p:cNvSpPr>
          <p:nvPr userDrawn="1"/>
        </p:nvSpPr>
        <p:spPr bwMode="ltGray">
          <a:xfrm>
            <a:off x="323850" y="6448930"/>
            <a:ext cx="3285935" cy="409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defTabSz="8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rPr>
              <a:t>© 2026 Cisco and/or its affiliates. All rights reserved.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2B348-7CFA-9BD7-7FBA-A3E160A677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defRPr>
            </a:lvl1pPr>
          </a:lstStyle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ECAE8E-F596-3416-3914-B7C065191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defRPr>
            </a:lvl1pPr>
          </a:lstStyle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7" descr="Cisco Logo">
            <a:extLst>
              <a:ext uri="{FF2B5EF4-FFF2-40B4-BE49-F238E27FC236}">
                <a16:creationId xmlns:a16="http://schemas.microsoft.com/office/drawing/2014/main" id="{E912C7E4-465D-A60D-49E8-6866FAAE655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8"/>
              </a:ext>
            </a:extLst>
          </a:blip>
          <a:srcRect/>
          <a:stretch/>
        </p:blipFill>
        <p:spPr>
          <a:xfrm>
            <a:off x="11520088" y="6354445"/>
            <a:ext cx="348061" cy="182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AE3397-B7E0-F9B7-D1AC-C859F3CFC5A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85550" y="6672580"/>
            <a:ext cx="765175" cy="107722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810597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  <p:sldLayoutId id="2147483824" r:id="rId12"/>
    <p:sldLayoutId id="2147483825" r:id="rId13"/>
    <p:sldLayoutId id="2147483826" r:id="rId14"/>
    <p:sldLayoutId id="2147483827" r:id="rId15"/>
    <p:sldLayoutId id="2147483828" r:id="rId16"/>
    <p:sldLayoutId id="2147483829" r:id="rId17"/>
    <p:sldLayoutId id="2147483830" r:id="rId18"/>
    <p:sldLayoutId id="2147483831" r:id="rId19"/>
    <p:sldLayoutId id="2147483867" r:id="rId20"/>
    <p:sldLayoutId id="2147483868" r:id="rId21"/>
    <p:sldLayoutId id="2147483832" r:id="rId22"/>
    <p:sldLayoutId id="2147483833" r:id="rId23"/>
    <p:sldLayoutId id="2147483834" r:id="rId24"/>
    <p:sldLayoutId id="2147483835" r:id="rId25"/>
    <p:sldLayoutId id="2147483836" r:id="rId26"/>
    <p:sldLayoutId id="2147483837" r:id="rId27"/>
    <p:sldLayoutId id="2147483838" r:id="rId28"/>
    <p:sldLayoutId id="2147483839" r:id="rId29"/>
    <p:sldLayoutId id="2147483840" r:id="rId30"/>
    <p:sldLayoutId id="2147483841" r:id="rId31"/>
    <p:sldLayoutId id="2147483842" r:id="rId32"/>
    <p:sldLayoutId id="2147483843" r:id="rId33"/>
    <p:sldLayoutId id="2147483844" r:id="rId34"/>
    <p:sldLayoutId id="2147483845" r:id="rId35"/>
    <p:sldLayoutId id="2147483846" r:id="rId36"/>
    <p:sldLayoutId id="2147483847" r:id="rId37"/>
    <p:sldLayoutId id="2147483848" r:id="rId38"/>
    <p:sldLayoutId id="2147483849" r:id="rId39"/>
    <p:sldLayoutId id="2147483850" r:id="rId40"/>
    <p:sldLayoutId id="2147483851" r:id="rId41"/>
    <p:sldLayoutId id="2147483852" r:id="rId42"/>
    <p:sldLayoutId id="2147483853" r:id="rId43"/>
    <p:sldLayoutId id="2147483854" r:id="rId44"/>
    <p:sldLayoutId id="2147483855" r:id="rId45"/>
    <p:sldLayoutId id="2147483856" r:id="rId46"/>
    <p:sldLayoutId id="2147483857" r:id="rId47"/>
    <p:sldLayoutId id="2147483858" r:id="rId48"/>
    <p:sldLayoutId id="2147483859" r:id="rId49"/>
    <p:sldLayoutId id="2147483860" r:id="rId50"/>
    <p:sldLayoutId id="2147483861" r:id="rId51"/>
    <p:sldLayoutId id="2147483862" r:id="rId52"/>
    <p:sldLayoutId id="2147483863" r:id="rId53"/>
    <p:sldLayoutId id="2147483864" r:id="rId54"/>
    <p:sldLayoutId id="2147483865" r:id="rId55"/>
    <p:sldLayoutId id="2147483866" r:id="rId5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indent="0" algn="l" defTabSz="912276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Tx/>
        <a:buSzPct val="70000"/>
        <a:buFont typeface="Arial" panose="020B0604020202020204" pitchFamily="34" charset="0"/>
        <a:buNone/>
        <a:defRPr lang="en-US" sz="3200" b="0" i="0" u="none" kern="1200" dirty="0">
          <a:solidFill>
            <a:schemeClr val="bg1"/>
          </a:solidFill>
          <a:latin typeface="+mj-lt"/>
          <a:ea typeface="CiscoSansTT Thin" charset="0"/>
          <a:cs typeface="CiscoSansTT Thin" charset="0"/>
        </a:defRPr>
      </a:lvl1pPr>
      <a:lvl2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2pPr>
      <a:lvl3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3pPr>
      <a:lvl4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4pPr>
      <a:lvl5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5pPr>
      <a:lvl6pPr marL="60959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6pPr>
      <a:lvl7pPr marL="1219190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7pPr>
      <a:lvl8pPr marL="182878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8pPr>
      <a:lvl9pPr marL="2438379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8288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1pPr>
      <a:lvl2pPr marL="36576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8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2pPr>
      <a:lvl3pPr marL="54864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3pPr>
      <a:lvl4pPr marL="73152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4pPr>
      <a:lvl5pPr marL="91440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2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5pPr>
      <a:lvl6pPr marL="1151798" indent="-228592" algn="l" defTabSz="914362" rtl="0" eaLnBrk="1" latinLnBrk="0" hangingPunct="1">
        <a:spcBef>
          <a:spcPts val="800"/>
        </a:spcBef>
        <a:buFont typeface="Arial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247781" indent="-228561" algn="l" defTabSz="914362" rtl="0" eaLnBrk="1" latinLnBrk="0" hangingPunct="1">
        <a:spcBef>
          <a:spcPts val="800"/>
        </a:spcBef>
        <a:buFont typeface="Arial" pitchFamily="34" charset="0"/>
        <a:buChar char="•"/>
        <a:defRPr sz="1067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267" indent="0" algn="l" defTabSz="91436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8" indent="-228592" algn="l" defTabSz="91436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6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5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3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6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7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04" userDrawn="1">
          <p15:clr>
            <a:srgbClr val="F26B43"/>
          </p15:clr>
        </p15:guide>
        <p15:guide id="3" pos="7476" userDrawn="1">
          <p15:clr>
            <a:srgbClr val="F26B43"/>
          </p15:clr>
        </p15:guide>
        <p15:guide id="6" pos="3840" userDrawn="1">
          <p15:clr>
            <a:srgbClr val="F26B43"/>
          </p15:clr>
        </p15:guide>
        <p15:guide id="9" orient="horz" pos="3827" userDrawn="1">
          <p15:clr>
            <a:srgbClr val="9FCC3B"/>
          </p15:clr>
        </p15:guide>
        <p15:guide id="10" orient="horz" pos="202" userDrawn="1">
          <p15:clr>
            <a:srgbClr val="F26B43"/>
          </p15:clr>
        </p15:guide>
        <p15:guide id="11" orient="horz" pos="2160">
          <p15:clr>
            <a:srgbClr val="F26B43"/>
          </p15:clr>
        </p15:guide>
        <p15:guide id="12" orient="horz" pos="392" userDrawn="1">
          <p15:clr>
            <a:srgbClr val="A4A3A4"/>
          </p15:clr>
        </p15:guide>
        <p15:guide id="13" orient="horz" pos="2552" userDrawn="1">
          <p15:clr>
            <a:srgbClr val="A4A3A4"/>
          </p15:clr>
        </p15:guide>
        <p15:guide id="14" orient="horz" pos="600" userDrawn="1">
          <p15:clr>
            <a:srgbClr val="A4A3A4"/>
          </p15:clr>
        </p15:guide>
        <p15:guide id="15" orient="horz" pos="1766" userDrawn="1">
          <p15:clr>
            <a:srgbClr val="A4A3A4"/>
          </p15:clr>
        </p15:guide>
        <p15:guide id="16" orient="horz" pos="2355" userDrawn="1">
          <p15:clr>
            <a:srgbClr val="A4A3A4"/>
          </p15:clr>
        </p15:guide>
        <p15:guide id="18" orient="horz" pos="4118" userDrawn="1">
          <p15:clr>
            <a:srgbClr val="F26B43"/>
          </p15:clr>
        </p15:guide>
        <p15:guide id="19" orient="horz" pos="1178" userDrawn="1">
          <p15:clr>
            <a:srgbClr val="A4A3A4"/>
          </p15:clr>
        </p15:guide>
        <p15:guide id="20" orient="horz" pos="1374" userDrawn="1">
          <p15:clr>
            <a:srgbClr val="A4A3A4"/>
          </p15:clr>
        </p15:guide>
        <p15:guide id="21" orient="horz" pos="1570" userDrawn="1">
          <p15:clr>
            <a:srgbClr val="A4A3A4"/>
          </p15:clr>
        </p15:guide>
        <p15:guide id="22" pos="703" userDrawn="1">
          <p15:clr>
            <a:srgbClr val="A4A3A4"/>
          </p15:clr>
        </p15:guide>
        <p15:guide id="23" pos="820" userDrawn="1">
          <p15:clr>
            <a:srgbClr val="A4A3A4"/>
          </p15:clr>
        </p15:guide>
        <p15:guide id="24" pos="1321" userDrawn="1">
          <p15:clr>
            <a:srgbClr val="A4A3A4"/>
          </p15:clr>
        </p15:guide>
        <p15:guide id="25" pos="1435" userDrawn="1">
          <p15:clr>
            <a:srgbClr val="A4A3A4"/>
          </p15:clr>
        </p15:guide>
        <p15:guide id="26" pos="1936" userDrawn="1">
          <p15:clr>
            <a:srgbClr val="A4A3A4"/>
          </p15:clr>
        </p15:guide>
        <p15:guide id="27" pos="2051" userDrawn="1">
          <p15:clr>
            <a:srgbClr val="A4A3A4"/>
          </p15:clr>
        </p15:guide>
        <p15:guide id="28" pos="2551" userDrawn="1">
          <p15:clr>
            <a:srgbClr val="A4A3A4"/>
          </p15:clr>
        </p15:guide>
        <p15:guide id="29" pos="2665" userDrawn="1">
          <p15:clr>
            <a:srgbClr val="A4A3A4"/>
          </p15:clr>
        </p15:guide>
        <p15:guide id="30" pos="3167" userDrawn="1">
          <p15:clr>
            <a:srgbClr val="A4A3A4"/>
          </p15:clr>
        </p15:guide>
        <p15:guide id="31" pos="3281" userDrawn="1">
          <p15:clr>
            <a:srgbClr val="A4A3A4"/>
          </p15:clr>
        </p15:guide>
        <p15:guide id="32" pos="3783" userDrawn="1">
          <p15:clr>
            <a:srgbClr val="A4A3A4"/>
          </p15:clr>
        </p15:guide>
        <p15:guide id="33" pos="3896" userDrawn="1">
          <p15:clr>
            <a:srgbClr val="A4A3A4"/>
          </p15:clr>
        </p15:guide>
        <p15:guide id="34" pos="4397" userDrawn="1">
          <p15:clr>
            <a:srgbClr val="A4A3A4"/>
          </p15:clr>
        </p15:guide>
        <p15:guide id="35" pos="4512" userDrawn="1">
          <p15:clr>
            <a:srgbClr val="A4A3A4"/>
          </p15:clr>
        </p15:guide>
        <p15:guide id="36" pos="5013" userDrawn="1">
          <p15:clr>
            <a:srgbClr val="A4A3A4"/>
          </p15:clr>
        </p15:guide>
        <p15:guide id="37" pos="5128" userDrawn="1">
          <p15:clr>
            <a:srgbClr val="A4A3A4"/>
          </p15:clr>
        </p15:guide>
        <p15:guide id="38" pos="5629" userDrawn="1">
          <p15:clr>
            <a:srgbClr val="A4A3A4"/>
          </p15:clr>
        </p15:guide>
        <p15:guide id="39" pos="5742" userDrawn="1">
          <p15:clr>
            <a:srgbClr val="A4A3A4"/>
          </p15:clr>
        </p15:guide>
        <p15:guide id="40" pos="6244" userDrawn="1">
          <p15:clr>
            <a:srgbClr val="A4A3A4"/>
          </p15:clr>
        </p15:guide>
        <p15:guide id="41" pos="6359" userDrawn="1">
          <p15:clr>
            <a:srgbClr val="A4A3A4"/>
          </p15:clr>
        </p15:guide>
        <p15:guide id="42" pos="6859" userDrawn="1">
          <p15:clr>
            <a:srgbClr val="A4A3A4"/>
          </p15:clr>
        </p15:guide>
        <p15:guide id="43" pos="6975" userDrawn="1">
          <p15:clr>
            <a:srgbClr val="A4A3A4"/>
          </p15:clr>
        </p15:guide>
        <p15:guide id="44" orient="horz" pos="784" userDrawn="1">
          <p15:clr>
            <a:srgbClr val="A4A3A4"/>
          </p15:clr>
        </p15:guide>
        <p15:guide id="45" orient="horz" pos="980" userDrawn="1">
          <p15:clr>
            <a:srgbClr val="A4A3A4"/>
          </p15:clr>
        </p15:guide>
        <p15:guide id="46" orient="horz" pos="1962" userDrawn="1">
          <p15:clr>
            <a:srgbClr val="A4A3A4"/>
          </p15:clr>
        </p15:guide>
        <p15:guide id="47" orient="horz" pos="2747" userDrawn="1">
          <p15:clr>
            <a:srgbClr val="A4A3A4"/>
          </p15:clr>
        </p15:guide>
        <p15:guide id="48" orient="horz" pos="2945" userDrawn="1">
          <p15:clr>
            <a:srgbClr val="A4A3A4"/>
          </p15:clr>
        </p15:guide>
        <p15:guide id="49" orient="horz" pos="3141" userDrawn="1">
          <p15:clr>
            <a:srgbClr val="A4A3A4"/>
          </p15:clr>
        </p15:guide>
        <p15:guide id="50" orient="horz" pos="3337" userDrawn="1">
          <p15:clr>
            <a:srgbClr val="A4A3A4"/>
          </p15:clr>
        </p15:guide>
        <p15:guide id="51" orient="horz" pos="3535" userDrawn="1">
          <p15:clr>
            <a:srgbClr val="A4A3A4"/>
          </p15:clr>
        </p15:guide>
        <p15:guide id="52" orient="horz" pos="3730" userDrawn="1">
          <p15:clr>
            <a:srgbClr val="A4A3A4"/>
          </p15:clr>
        </p15:guide>
        <p15:guide id="53" orient="horz" pos="3936" userDrawn="1">
          <p15:clr>
            <a:srgbClr val="A4A3A4"/>
          </p15:clr>
        </p15:guide>
        <p15:guide id="54" orient="horz" pos="187" userDrawn="1">
          <p15:clr>
            <a:srgbClr val="9FCC3B"/>
          </p15:clr>
        </p15:guide>
        <p15:guide id="55" pos="455" userDrawn="1">
          <p15:clr>
            <a:srgbClr val="9FCC3B"/>
          </p15:clr>
        </p15:guide>
        <p15:guide id="56" pos="1069" userDrawn="1">
          <p15:clr>
            <a:srgbClr val="9FCC3B"/>
          </p15:clr>
        </p15:guide>
        <p15:guide id="57" pos="1685" userDrawn="1">
          <p15:clr>
            <a:srgbClr val="9FCC3B"/>
          </p15:clr>
        </p15:guide>
        <p15:guide id="58" pos="2301" userDrawn="1">
          <p15:clr>
            <a:srgbClr val="9FCC3B"/>
          </p15:clr>
        </p15:guide>
        <p15:guide id="59" pos="2915" userDrawn="1">
          <p15:clr>
            <a:srgbClr val="9FCC3B"/>
          </p15:clr>
        </p15:guide>
        <p15:guide id="60" pos="3531" userDrawn="1">
          <p15:clr>
            <a:srgbClr val="9FCC3B"/>
          </p15:clr>
        </p15:guide>
        <p15:guide id="61" pos="4146" userDrawn="1">
          <p15:clr>
            <a:srgbClr val="9FCC3B"/>
          </p15:clr>
        </p15:guide>
        <p15:guide id="62" pos="4762" userDrawn="1">
          <p15:clr>
            <a:srgbClr val="9FCC3B"/>
          </p15:clr>
        </p15:guide>
        <p15:guide id="63" pos="5378" userDrawn="1">
          <p15:clr>
            <a:srgbClr val="9FCC3B"/>
          </p15:clr>
        </p15:guide>
        <p15:guide id="64" pos="5992" userDrawn="1">
          <p15:clr>
            <a:srgbClr val="9FCC3B"/>
          </p15:clr>
        </p15:guide>
        <p15:guide id="65" pos="6609" userDrawn="1">
          <p15:clr>
            <a:srgbClr val="9FCC3B"/>
          </p15:clr>
        </p15:guide>
        <p15:guide id="66" pos="7225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chart" Target="../charts/char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030F8-1CD4-FE75-FCD3-24E9F47F8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8E202DE-F0C4-F38B-E5D9-3EDB75497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1294324"/>
            <a:ext cx="9261348" cy="1554163"/>
          </a:xfrm>
        </p:spPr>
        <p:txBody>
          <a:bodyPr/>
          <a:lstStyle/>
          <a:p>
            <a:r>
              <a:rPr lang="en-US" dirty="0"/>
              <a:t>SysAdmin  - Weekly Operational Review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F43C18-92BF-B138-2132-89A30777F4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5300" y="4513033"/>
            <a:ext cx="6656388" cy="223837"/>
          </a:xfrm>
        </p:spPr>
        <p:txBody>
          <a:bodyPr/>
          <a:lstStyle/>
          <a:p>
            <a:r>
              <a:rPr lang="en-US" dirty="0"/>
              <a:t>Period: 10</a:t>
            </a:r>
            <a:r>
              <a:rPr lang="en-US" baseline="30000" dirty="0"/>
              <a:t>th</a:t>
            </a:r>
            <a:r>
              <a:rPr lang="en-US" dirty="0"/>
              <a:t> – 16</a:t>
            </a:r>
            <a:r>
              <a:rPr lang="en-US" baseline="30000" dirty="0"/>
              <a:t>th</a:t>
            </a:r>
            <a:r>
              <a:rPr lang="en-US" dirty="0"/>
              <a:t> Oct’26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7971C88-2982-8A01-7EE4-98CBBC750091}"/>
              </a:ext>
            </a:extLst>
          </p:cNvPr>
          <p:cNvSpPr txBox="1">
            <a:spLocks/>
          </p:cNvSpPr>
          <p:nvPr/>
        </p:nvSpPr>
        <p:spPr>
          <a:xfrm>
            <a:off x="495300" y="4009513"/>
            <a:ext cx="6656388" cy="223837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 marL="36576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8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2pPr>
            <a:lvl3pPr marL="54864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3pPr>
            <a:lvl4pPr marL="73152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4pPr>
            <a:lvl5pPr marL="91440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2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21</a:t>
            </a:r>
            <a:r>
              <a:rPr lang="en-US" baseline="30000" dirty="0"/>
              <a:t>st</a:t>
            </a:r>
            <a:r>
              <a:rPr lang="en-US" dirty="0"/>
              <a:t> Oct’26</a:t>
            </a:r>
          </a:p>
        </p:txBody>
      </p:sp>
    </p:spTree>
    <p:extLst>
      <p:ext uri="{BB962C8B-B14F-4D97-AF65-F5344CB8AC3E}">
        <p14:creationId xmlns:p14="http://schemas.microsoft.com/office/powerpoint/2010/main" val="2366237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47FC1-3CDF-33F0-43A1-7757B08C0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E18107A-92E2-46F7-A20D-7711E3481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826" y="2577841"/>
            <a:ext cx="2749550" cy="492443"/>
          </a:xfrm>
        </p:spPr>
        <p:txBody>
          <a:bodyPr tIns="0" anchor="t" anchorCtr="0"/>
          <a:lstStyle/>
          <a:p>
            <a:r>
              <a:rPr lang="en-US" dirty="0"/>
              <a:t>Agenda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8CFBE35-C499-48D4-F6CD-4FA72A9886D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02164" y="2047889"/>
            <a:ext cx="550862" cy="365125"/>
          </a:xfrm>
        </p:spPr>
        <p:txBody>
          <a:bodyPr/>
          <a:lstStyle/>
          <a:p>
            <a:r>
              <a:rPr lang="en-US" sz="2000" dirty="0"/>
              <a:t>02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2EF227E-259C-E2BF-0AE7-4E115691E3A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33390" y="1406887"/>
            <a:ext cx="5683250" cy="365125"/>
          </a:xfrm>
        </p:spPr>
        <p:txBody>
          <a:bodyPr/>
          <a:lstStyle/>
          <a:p>
            <a:r>
              <a:rPr lang="en-US" sz="2000" dirty="0"/>
              <a:t>Executive Summary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3CF513AF-EC88-6131-3C69-192CABB3AA51}"/>
              </a:ext>
            </a:extLst>
          </p:cNvPr>
          <p:cNvSpPr txBox="1">
            <a:spLocks/>
          </p:cNvSpPr>
          <p:nvPr/>
        </p:nvSpPr>
        <p:spPr>
          <a:xfrm>
            <a:off x="5533390" y="3246437"/>
            <a:ext cx="5683250" cy="365125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2276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Pct val="70000"/>
              <a:buFont typeface="Arial" panose="020B0604020202020204" pitchFamily="34" charset="0"/>
              <a:buNone/>
              <a:defRPr lang="en-US" sz="32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  <a:lvl2pPr marL="36576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8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2pPr>
            <a:lvl3pPr marL="54864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3pPr>
            <a:lvl4pPr marL="73152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4pPr>
            <a:lvl5pPr marL="91440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2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000" dirty="0"/>
              <a:t>SLA Metrics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AF79647F-6B44-2A6F-03B7-B7441743AE5A}"/>
              </a:ext>
            </a:extLst>
          </p:cNvPr>
          <p:cNvSpPr txBox="1">
            <a:spLocks/>
          </p:cNvSpPr>
          <p:nvPr/>
        </p:nvSpPr>
        <p:spPr>
          <a:xfrm>
            <a:off x="4602164" y="2667059"/>
            <a:ext cx="550862" cy="365125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kumimoji="0" lang="en-US" sz="3200" b="0" i="0" u="none" strike="noStrike" kern="1200" cap="none" spc="27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ea typeface="ＭＳ Ｐゴシック" charset="0"/>
                <a:cs typeface="CiscoSansTT Light" panose="020B0503020201020303" pitchFamily="34" charset="0"/>
              </a:defRPr>
            </a:lvl1pPr>
            <a:lvl2pPr marL="36576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8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2pPr>
            <a:lvl3pPr marL="54864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3pPr>
            <a:lvl4pPr marL="73152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4pPr>
            <a:lvl5pPr marL="91440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2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03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9B805E75-BDDB-137D-8544-9177302A5419}"/>
              </a:ext>
            </a:extLst>
          </p:cNvPr>
          <p:cNvSpPr txBox="1">
            <a:spLocks/>
          </p:cNvSpPr>
          <p:nvPr/>
        </p:nvSpPr>
        <p:spPr>
          <a:xfrm>
            <a:off x="5533390" y="2042535"/>
            <a:ext cx="5683250" cy="365125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2276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Pct val="70000"/>
              <a:buFont typeface="Arial" panose="020B0604020202020204" pitchFamily="34" charset="0"/>
              <a:buNone/>
              <a:defRPr lang="en-US" sz="32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  <a:lvl2pPr marL="36576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8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2pPr>
            <a:lvl3pPr marL="54864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3pPr>
            <a:lvl4pPr marL="73152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4pPr>
            <a:lvl5pPr marL="91440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2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000" dirty="0"/>
              <a:t>SJC – Overall Case Volumetric &amp; Analysis</a:t>
            </a:r>
          </a:p>
          <a:p>
            <a:pPr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endParaRPr lang="en-US" sz="2000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4180E8ED-62DA-DA4E-8395-CC5A8ED4478D}"/>
              </a:ext>
            </a:extLst>
          </p:cNvPr>
          <p:cNvSpPr txBox="1">
            <a:spLocks/>
          </p:cNvSpPr>
          <p:nvPr/>
        </p:nvSpPr>
        <p:spPr>
          <a:xfrm>
            <a:off x="4621185" y="3246437"/>
            <a:ext cx="550862" cy="365125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kumimoji="0" lang="en-US" sz="3200" b="0" i="0" u="none" strike="noStrike" kern="1200" cap="none" spc="27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ea typeface="ＭＳ Ｐゴシック" charset="0"/>
                <a:cs typeface="CiscoSansTT Light" panose="020B0503020201020303" pitchFamily="34" charset="0"/>
              </a:defRPr>
            </a:lvl1pPr>
            <a:lvl2pPr marL="36576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8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2pPr>
            <a:lvl3pPr marL="54864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3pPr>
            <a:lvl4pPr marL="73152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4pPr>
            <a:lvl5pPr marL="91440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2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04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9B8281E-1F41-2C9F-9FB8-5120402FAF52}"/>
              </a:ext>
            </a:extLst>
          </p:cNvPr>
          <p:cNvCxnSpPr/>
          <p:nvPr/>
        </p:nvCxnSpPr>
        <p:spPr>
          <a:xfrm>
            <a:off x="3771900" y="476354"/>
            <a:ext cx="0" cy="569595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D4F680DA-5B7E-7F0D-E92D-0CA58F0BCF38}"/>
              </a:ext>
            </a:extLst>
          </p:cNvPr>
          <p:cNvSpPr txBox="1">
            <a:spLocks/>
          </p:cNvSpPr>
          <p:nvPr/>
        </p:nvSpPr>
        <p:spPr>
          <a:xfrm>
            <a:off x="5533390" y="2667059"/>
            <a:ext cx="5683250" cy="365125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2276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Pct val="70000"/>
              <a:buFont typeface="Arial" panose="020B0604020202020204" pitchFamily="34" charset="0"/>
              <a:buNone/>
              <a:defRPr lang="en-US" sz="32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  <a:lvl2pPr marL="36576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8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2pPr>
            <a:lvl3pPr marL="54864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3pPr>
            <a:lvl4pPr marL="73152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4pPr>
            <a:lvl5pPr marL="91440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2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pt-BR" sz="2000" dirty="0"/>
              <a:t>Case Volumetric for Realigned SJC - Buildings</a:t>
            </a:r>
            <a:endParaRPr lang="en-US" sz="2000" dirty="0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E2CB7BF9-5E70-8B0F-F932-F56FD975ED64}"/>
              </a:ext>
            </a:extLst>
          </p:cNvPr>
          <p:cNvSpPr txBox="1">
            <a:spLocks/>
          </p:cNvSpPr>
          <p:nvPr/>
        </p:nvSpPr>
        <p:spPr>
          <a:xfrm>
            <a:off x="4602164" y="1428719"/>
            <a:ext cx="550862" cy="365125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2276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kumimoji="0" lang="en-US" sz="3200" b="0" i="0" u="none" strike="noStrike" kern="1200" cap="none" spc="27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ea typeface="ＭＳ Ｐゴシック" charset="0"/>
                <a:cs typeface="CiscoSansTT Light" panose="020B0503020201020303" pitchFamily="34" charset="0"/>
              </a:defRPr>
            </a:lvl1pPr>
            <a:lvl2pPr marL="36576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8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2pPr>
            <a:lvl3pPr marL="54864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3pPr>
            <a:lvl4pPr marL="73152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4pPr>
            <a:lvl5pPr marL="91440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2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/>
              <a:t>01</a:t>
            </a:r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4AAF47-467D-DBED-968C-B29CBEDD06D1}"/>
              </a:ext>
            </a:extLst>
          </p:cNvPr>
          <p:cNvSpPr txBox="1"/>
          <p:nvPr/>
        </p:nvSpPr>
        <p:spPr>
          <a:xfrm>
            <a:off x="5637276" y="297180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IN" sz="16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1AEBB567-5A63-E384-95B4-CA20C1855AC8}"/>
              </a:ext>
            </a:extLst>
          </p:cNvPr>
          <p:cNvSpPr txBox="1">
            <a:spLocks/>
          </p:cNvSpPr>
          <p:nvPr/>
        </p:nvSpPr>
        <p:spPr>
          <a:xfrm>
            <a:off x="5533390" y="3777043"/>
            <a:ext cx="5683250" cy="365125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2276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Pct val="70000"/>
              <a:buFont typeface="Arial" panose="020B0604020202020204" pitchFamily="34" charset="0"/>
              <a:buNone/>
              <a:defRPr lang="en-US" sz="32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  <a:lvl2pPr marL="36576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8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2pPr>
            <a:lvl3pPr marL="54864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3pPr>
            <a:lvl4pPr marL="73152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4pPr>
            <a:lvl5pPr marL="91440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  <a:defRPr lang="en-US" sz="12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pt-BR" sz="2000" dirty="0"/>
              <a:t>Accolades</a:t>
            </a: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706674-28D4-5E13-2A6B-BC80DC26DAED}"/>
              </a:ext>
            </a:extLst>
          </p:cNvPr>
          <p:cNvSpPr txBox="1"/>
          <p:nvPr/>
        </p:nvSpPr>
        <p:spPr>
          <a:xfrm>
            <a:off x="7498081" y="3648074"/>
            <a:ext cx="45719" cy="4575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IN" sz="16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B35EB0-6BB6-19CC-5578-3210E0B9C4B2}"/>
              </a:ext>
            </a:extLst>
          </p:cNvPr>
          <p:cNvSpPr txBox="1"/>
          <p:nvPr/>
        </p:nvSpPr>
        <p:spPr>
          <a:xfrm>
            <a:off x="5696076" y="2825749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IN" sz="16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C55228-D4AD-ED96-0C80-66DD14392463}"/>
              </a:ext>
            </a:extLst>
          </p:cNvPr>
          <p:cNvSpPr txBox="1"/>
          <p:nvPr/>
        </p:nvSpPr>
        <p:spPr>
          <a:xfrm>
            <a:off x="4490262" y="3760051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GB" sz="2000" spc="27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ＭＳ Ｐゴシック" charset="0"/>
                <a:cs typeface="CiscoSansTT Light" panose="020B0503020201020303" pitchFamily="34" charset="0"/>
              </a:rPr>
              <a:t>  05</a:t>
            </a:r>
            <a:endParaRPr lang="en-IN" sz="2000" spc="27" dirty="0" err="1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ＭＳ Ｐゴシック" charset="0"/>
              <a:cs typeface="CiscoSansTT Light" panose="020B05030202010203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76EBE2-73F4-4367-2799-1A8A2143E880}"/>
              </a:ext>
            </a:extLst>
          </p:cNvPr>
          <p:cNvSpPr txBox="1"/>
          <p:nvPr/>
        </p:nvSpPr>
        <p:spPr>
          <a:xfrm>
            <a:off x="5637276" y="297180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IN" sz="16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DA15CA-2596-3F46-0145-E84B896B8AC2}"/>
              </a:ext>
            </a:extLst>
          </p:cNvPr>
          <p:cNvSpPr txBox="1"/>
          <p:nvPr/>
        </p:nvSpPr>
        <p:spPr>
          <a:xfrm>
            <a:off x="5533390" y="814878"/>
            <a:ext cx="4818247" cy="66481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endParaRPr lang="en-IN" sz="2000" dirty="0" err="1">
              <a:solidFill>
                <a:schemeClr val="bg1"/>
              </a:solidFill>
              <a:latin typeface="+mj-lt"/>
              <a:cs typeface="CiscoSansTT Thin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540919-44E0-188A-E451-121DA3838E9F}"/>
              </a:ext>
            </a:extLst>
          </p:cNvPr>
          <p:cNvSpPr txBox="1"/>
          <p:nvPr/>
        </p:nvSpPr>
        <p:spPr>
          <a:xfrm>
            <a:off x="5637276" y="297180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IN" sz="16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235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CC1BB-84AF-4165-BCD9-07E4A9C0A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Executive Summary</a:t>
            </a:r>
            <a:endParaRPr lang="en-IN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B094D49-A6F9-ABF4-129D-FA2ED0362987}"/>
              </a:ext>
            </a:extLst>
          </p:cNvPr>
          <p:cNvSpPr/>
          <p:nvPr/>
        </p:nvSpPr>
        <p:spPr>
          <a:xfrm>
            <a:off x="476250" y="1044893"/>
            <a:ext cx="11096625" cy="5063299"/>
          </a:xfrm>
          <a:prstGeom prst="roundRect">
            <a:avLst>
              <a:gd name="adj" fmla="val 4015"/>
            </a:avLst>
          </a:prstGeom>
          <a:noFill/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666A49-C14B-7390-B1D6-691DD20F8181}"/>
              </a:ext>
            </a:extLst>
          </p:cNvPr>
          <p:cNvSpPr txBox="1"/>
          <p:nvPr/>
        </p:nvSpPr>
        <p:spPr>
          <a:xfrm>
            <a:off x="600074" y="749808"/>
            <a:ext cx="10848975" cy="5334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endParaRPr lang="en-US" b="1" dirty="0">
              <a:solidFill>
                <a:schemeClr val="bg1">
                  <a:lumMod val="85000"/>
                </a:schemeClr>
              </a:solidFill>
              <a:ea typeface="ＭＳ Ｐゴシック" charset="0"/>
            </a:endParaRPr>
          </a:p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b="1" dirty="0">
                <a:solidFill>
                  <a:schemeClr val="bg1">
                    <a:lumMod val="85000"/>
                  </a:schemeClr>
                </a:solidFill>
                <a:ea typeface="ＭＳ Ｐゴシック" charset="0"/>
              </a:rPr>
              <a:t>Operational Updates:</a:t>
            </a:r>
          </a:p>
          <a:p>
            <a:pPr marL="285750" indent="-285750" defTabSz="912276" fontAlgn="base">
              <a:spcAft>
                <a:spcPts val="100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bg1">
                    <a:lumMod val="85000"/>
                  </a:schemeClr>
                </a:solidFill>
                <a:ea typeface="ＭＳ Ｐゴシック" charset="0"/>
              </a:rPr>
              <a:t>Overall, 127 cases were handled by the Cognizant Team at the SJC location</a:t>
            </a:r>
          </a:p>
          <a:p>
            <a:pPr marL="285750" indent="-285750" defTabSz="912276" fontAlgn="base">
              <a:spcAft>
                <a:spcPts val="100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bg1">
                    <a:lumMod val="85000"/>
                  </a:schemeClr>
                </a:solidFill>
                <a:ea typeface="ＭＳ Ｐゴシック" charset="0"/>
              </a:rPr>
              <a:t>Of the 127 total cases, Offshore team managed 50% (64 cases), while the Onsite team handled remaining cases</a:t>
            </a:r>
          </a:p>
          <a:p>
            <a:pPr marL="285750" indent="-285750" defTabSz="912276" fontAlgn="base">
              <a:spcAft>
                <a:spcPts val="100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bg1">
                    <a:lumMod val="85000"/>
                  </a:schemeClr>
                </a:solidFill>
                <a:ea typeface="ＭＳ Ｐゴシック" charset="0"/>
              </a:rPr>
              <a:t>The offshore team handled 64 total cases: of which majority were related to OS installation &amp; troubleshooting</a:t>
            </a:r>
          </a:p>
          <a:p>
            <a:pPr marL="285750" indent="-285750" defTabSz="912276" fontAlgn="base">
              <a:spcAft>
                <a:spcPts val="100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bg1">
                    <a:lumMod val="85000"/>
                  </a:schemeClr>
                </a:solidFill>
                <a:ea typeface="ＭＳ Ｐゴシック" charset="0"/>
              </a:rPr>
              <a:t>The onshore team handled 63 total cases: of which majority were related to the SJC01 &amp; 15 power outage &amp; few Network related issues 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ea typeface="ＭＳ Ｐゴシック" charset="0"/>
              </a:rPr>
              <a:t>where there is manual intervention needed</a:t>
            </a:r>
          </a:p>
          <a:p>
            <a:pPr marL="285750" indent="-285750" defTabSz="912276" fontAlgn="base">
              <a:spcAft>
                <a:spcPts val="100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bg1">
                    <a:lumMod val="85000"/>
                  </a:schemeClr>
                </a:solidFill>
                <a:ea typeface="ＭＳ Ｐゴシック" charset="0"/>
              </a:rPr>
              <a:t>SJC01 and SJC15 power outage – Power was restored to the buildings; however, a few hosts and testbeds remained in a hung state or failed to come online. The onsite and offshore teams have collaboratively worked to troubleshoot and resolve these issues</a:t>
            </a:r>
            <a:endParaRPr lang="en-US" sz="1400" dirty="0">
              <a:solidFill>
                <a:schemeClr val="bg1">
                  <a:lumMod val="85000"/>
                </a:schemeClr>
              </a:solidFill>
              <a:ea typeface="ＭＳ Ｐゴシック" charset="0"/>
            </a:endParaRPr>
          </a:p>
          <a:p>
            <a:pPr marL="285750" indent="-285750" defTabSz="912276" fontAlgn="base">
              <a:spcAft>
                <a:spcPts val="100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bg1">
                    <a:lumMod val="85000"/>
                  </a:schemeClr>
                </a:solidFill>
                <a:ea typeface="ＭＳ Ｐゴシック" charset="0"/>
              </a:rPr>
              <a:t>The offshore team coordinated with the triaging team for 54 cases, helping them to reassign to Lab Staff as follows:</a:t>
            </a:r>
          </a:p>
          <a:p>
            <a:pPr marL="742950" lvl="1" indent="-285750" defTabSz="912276" fontAlgn="base">
              <a:spcAft>
                <a:spcPts val="100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ea typeface="ＭＳ Ｐゴシック" charset="0"/>
              </a:rPr>
              <a:t>Hands and Feet (37 cases): 27% (10 cases) were reassigned from lab staff to SysAdmin</a:t>
            </a:r>
            <a:endParaRPr lang="en-IN" sz="1400" dirty="0">
              <a:solidFill>
                <a:schemeClr val="bg1">
                  <a:lumMod val="85000"/>
                </a:schemeClr>
              </a:solidFill>
              <a:ea typeface="ＭＳ Ｐゴシック" charset="0"/>
            </a:endParaRPr>
          </a:p>
          <a:p>
            <a:pPr marL="742950" lvl="1" indent="-285750" defTabSz="912276" fontAlgn="base">
              <a:spcAft>
                <a:spcPts val="100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IN" sz="1400" dirty="0">
                <a:solidFill>
                  <a:schemeClr val="bg1">
                    <a:lumMod val="85000"/>
                  </a:schemeClr>
                </a:solidFill>
                <a:ea typeface="ＭＳ Ｐゴシック" charset="0"/>
              </a:rPr>
              <a:t>Network  &amp; Hardware Troubleshooting (17 cases): Assigned to SysAdmin onshore as physical intervention was in need</a:t>
            </a:r>
          </a:p>
          <a:p>
            <a:pPr marL="285750" indent="-285750" defTabSz="912276" fontAlgn="base">
              <a:spcAft>
                <a:spcPts val="100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IN" sz="1400" dirty="0">
                <a:solidFill>
                  <a:schemeClr val="bg1">
                    <a:lumMod val="85000"/>
                  </a:schemeClr>
                </a:solidFill>
                <a:ea typeface="ＭＳ Ｐゴシック" charset="0"/>
              </a:rPr>
              <a:t>Average CSAT score feedback received for 11% ( 7 cases ) of the total cases handled by Offshore team and the score is 5/5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endParaRPr lang="en-IN" sz="1400" dirty="0">
              <a:solidFill>
                <a:srgbClr val="D9D9D9"/>
              </a:solidFill>
              <a:ea typeface="ＭＳ Ｐゴシック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E5E33B8-8923-C8E6-6F35-40F9F6976268}"/>
              </a:ext>
            </a:extLst>
          </p:cNvPr>
          <p:cNvSpPr/>
          <p:nvPr/>
        </p:nvSpPr>
        <p:spPr>
          <a:xfrm>
            <a:off x="400050" y="749808"/>
            <a:ext cx="11172825" cy="5568930"/>
          </a:xfrm>
          <a:prstGeom prst="roundRect">
            <a:avLst>
              <a:gd name="adj" fmla="val 1310"/>
            </a:avLst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8072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DEACF-4D76-04C4-3BE7-31C327076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281BA-32BE-4AFA-74AB-FC134C6D7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8" y="44780"/>
            <a:ext cx="9277352" cy="492443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SJC – Overall Case Volumetric &amp; Analysis:</a:t>
            </a:r>
            <a:endParaRPr lang="en-IN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3B2C8DF-B753-66D7-A439-BC12017E67CB}"/>
              </a:ext>
            </a:extLst>
          </p:cNvPr>
          <p:cNvSpPr/>
          <p:nvPr/>
        </p:nvSpPr>
        <p:spPr>
          <a:xfrm>
            <a:off x="246940" y="821743"/>
            <a:ext cx="5876924" cy="2834354"/>
          </a:xfrm>
          <a:prstGeom prst="roundRect">
            <a:avLst>
              <a:gd name="adj" fmla="val 773"/>
            </a:avLst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2987B64-6726-3725-03E8-418CA269A521}"/>
              </a:ext>
            </a:extLst>
          </p:cNvPr>
          <p:cNvSpPr/>
          <p:nvPr/>
        </p:nvSpPr>
        <p:spPr>
          <a:xfrm>
            <a:off x="249010" y="3767203"/>
            <a:ext cx="5876924" cy="2646732"/>
          </a:xfrm>
          <a:prstGeom prst="roundRect">
            <a:avLst>
              <a:gd name="adj" fmla="val 998"/>
            </a:avLst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7C15B7D-5642-4515-F22E-AE8E19243633}"/>
              </a:ext>
            </a:extLst>
          </p:cNvPr>
          <p:cNvSpPr/>
          <p:nvPr/>
        </p:nvSpPr>
        <p:spPr>
          <a:xfrm>
            <a:off x="6259641" y="3767203"/>
            <a:ext cx="5683349" cy="2646732"/>
          </a:xfrm>
          <a:prstGeom prst="roundRect">
            <a:avLst>
              <a:gd name="adj" fmla="val 888"/>
            </a:avLst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6B80EF-DB78-98E9-BC27-84672FB45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641" y="821743"/>
            <a:ext cx="5693581" cy="2834354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8FD7BEA-AD3B-3BE0-4F7B-D746E3547F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906595"/>
              </p:ext>
            </p:extLst>
          </p:nvPr>
        </p:nvGraphicFramePr>
        <p:xfrm>
          <a:off x="6293181" y="865351"/>
          <a:ext cx="5660041" cy="2790746"/>
        </p:xfrm>
        <a:graphic>
          <a:graphicData uri="http://schemas.openxmlformats.org/drawingml/2006/table">
            <a:tbl>
              <a:tblPr/>
              <a:tblGrid>
                <a:gridCol w="1233637">
                  <a:extLst>
                    <a:ext uri="{9D8B030D-6E8A-4147-A177-3AD203B41FA5}">
                      <a16:colId xmlns:a16="http://schemas.microsoft.com/office/drawing/2014/main" val="2287476587"/>
                    </a:ext>
                  </a:extLst>
                </a:gridCol>
                <a:gridCol w="1141399">
                  <a:extLst>
                    <a:ext uri="{9D8B030D-6E8A-4147-A177-3AD203B41FA5}">
                      <a16:colId xmlns:a16="http://schemas.microsoft.com/office/drawing/2014/main" val="180786783"/>
                    </a:ext>
                  </a:extLst>
                </a:gridCol>
                <a:gridCol w="1150679">
                  <a:extLst>
                    <a:ext uri="{9D8B030D-6E8A-4147-A177-3AD203B41FA5}">
                      <a16:colId xmlns:a16="http://schemas.microsoft.com/office/drawing/2014/main" val="2548048000"/>
                    </a:ext>
                  </a:extLst>
                </a:gridCol>
                <a:gridCol w="1067163">
                  <a:extLst>
                    <a:ext uri="{9D8B030D-6E8A-4147-A177-3AD203B41FA5}">
                      <a16:colId xmlns:a16="http://schemas.microsoft.com/office/drawing/2014/main" val="1616881376"/>
                    </a:ext>
                  </a:extLst>
                </a:gridCol>
                <a:gridCol w="1067163">
                  <a:extLst>
                    <a:ext uri="{9D8B030D-6E8A-4147-A177-3AD203B41FA5}">
                      <a16:colId xmlns:a16="http://schemas.microsoft.com/office/drawing/2014/main" val="4049511365"/>
                    </a:ext>
                  </a:extLst>
                </a:gridCol>
              </a:tblGrid>
              <a:tr h="6190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Period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Offshore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Onshore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 Offshore &amp; Onshore 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Triaged Cases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340800"/>
                  </a:ext>
                </a:extLst>
              </a:tr>
              <a:tr h="5360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r>
                        <a:rPr lang="en-IN" sz="1100" b="0" i="0" u="none" strike="noStrike" baseline="300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th</a:t>
                      </a:r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Week of Sep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50 (56%)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39 (44%)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229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5434484"/>
                  </a:ext>
                </a:extLst>
              </a:tr>
              <a:tr h="5360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r>
                        <a:rPr lang="en-IN" sz="1100" b="0" i="0" u="none" strike="noStrike" baseline="300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th</a:t>
                      </a:r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Week of Sep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47 (52%)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43 (48%)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281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808837"/>
                  </a:ext>
                </a:extLst>
              </a:tr>
              <a:tr h="5360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Previous Week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41 (51%)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39 (49%)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278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843023"/>
                  </a:ext>
                </a:extLst>
              </a:tr>
              <a:tr h="5360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Current Week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64(50%)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63 (50%)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127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311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816022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2C84CD3-930F-4668-A04F-4A4292B5E5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5415979"/>
              </p:ext>
            </p:extLst>
          </p:nvPr>
        </p:nvGraphicFramePr>
        <p:xfrm>
          <a:off x="299322" y="865351"/>
          <a:ext cx="5699142" cy="2692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0CE79F5-8E36-456D-BD64-72F9CA10CA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5811839"/>
              </p:ext>
            </p:extLst>
          </p:nvPr>
        </p:nvGraphicFramePr>
        <p:xfrm>
          <a:off x="6293181" y="3815576"/>
          <a:ext cx="5599497" cy="2549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B461D821-9932-4C26-BFEF-070FA488E1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5043555"/>
              </p:ext>
            </p:extLst>
          </p:nvPr>
        </p:nvGraphicFramePr>
        <p:xfrm>
          <a:off x="299322" y="3767204"/>
          <a:ext cx="5796678" cy="25983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105569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31EBD-4DEA-8A0F-E9A1-F620BBCF9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175B0-5411-B8D9-DAC0-E24828655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" y="44780"/>
            <a:ext cx="11978640" cy="639741"/>
          </a:xfrm>
        </p:spPr>
        <p:txBody>
          <a:bodyPr/>
          <a:lstStyle/>
          <a:p>
            <a:r>
              <a:rPr lang="en-US" sz="28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SJC – Case Volumetric For Realigned Buildings</a:t>
            </a:r>
            <a:endParaRPr lang="en-IN" sz="28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B6CB480-7512-AEBD-6F13-523CD10EE953}"/>
              </a:ext>
            </a:extLst>
          </p:cNvPr>
          <p:cNvSpPr/>
          <p:nvPr/>
        </p:nvSpPr>
        <p:spPr>
          <a:xfrm>
            <a:off x="6305550" y="790587"/>
            <a:ext cx="5534028" cy="2834355"/>
          </a:xfrm>
          <a:prstGeom prst="roundRect">
            <a:avLst>
              <a:gd name="adj" fmla="val 842"/>
            </a:avLst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A3431F8-4264-ED2C-271E-122286123B34}"/>
              </a:ext>
            </a:extLst>
          </p:cNvPr>
          <p:cNvSpPr/>
          <p:nvPr/>
        </p:nvSpPr>
        <p:spPr>
          <a:xfrm>
            <a:off x="323849" y="790589"/>
            <a:ext cx="5876924" cy="2834354"/>
          </a:xfrm>
          <a:prstGeom prst="roundRect">
            <a:avLst>
              <a:gd name="adj" fmla="val 773"/>
            </a:avLst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ADAA1B1-B1A8-501F-B8B3-FECA9F03E34E}"/>
              </a:ext>
            </a:extLst>
          </p:cNvPr>
          <p:cNvSpPr/>
          <p:nvPr/>
        </p:nvSpPr>
        <p:spPr>
          <a:xfrm>
            <a:off x="6299350" y="3760785"/>
            <a:ext cx="5534028" cy="2400529"/>
          </a:xfrm>
          <a:prstGeom prst="roundRect">
            <a:avLst>
              <a:gd name="adj" fmla="val 888"/>
            </a:avLst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25CDD9-C97E-C1F1-A3C2-05D3BCFA0365}"/>
              </a:ext>
            </a:extLst>
          </p:cNvPr>
          <p:cNvSpPr txBox="1"/>
          <p:nvPr/>
        </p:nvSpPr>
        <p:spPr>
          <a:xfrm>
            <a:off x="6422571" y="3833272"/>
            <a:ext cx="5236029" cy="2220756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>
            <a:no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Offshore team has independently handled the cases from the realigned buildings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Due to unplanned power outages in SJC01 &amp; 15 we have seen an increase in cases for these buildings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673FE71-F290-A1C6-C295-C46061A3C1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463672"/>
              </p:ext>
            </p:extLst>
          </p:nvPr>
        </p:nvGraphicFramePr>
        <p:xfrm>
          <a:off x="6341174" y="820363"/>
          <a:ext cx="5462779" cy="2769652"/>
        </p:xfrm>
        <a:graphic>
          <a:graphicData uri="http://schemas.openxmlformats.org/drawingml/2006/table">
            <a:tbl>
              <a:tblPr/>
              <a:tblGrid>
                <a:gridCol w="780397">
                  <a:extLst>
                    <a:ext uri="{9D8B030D-6E8A-4147-A177-3AD203B41FA5}">
                      <a16:colId xmlns:a16="http://schemas.microsoft.com/office/drawing/2014/main" val="301119648"/>
                    </a:ext>
                  </a:extLst>
                </a:gridCol>
                <a:gridCol w="780397">
                  <a:extLst>
                    <a:ext uri="{9D8B030D-6E8A-4147-A177-3AD203B41FA5}">
                      <a16:colId xmlns:a16="http://schemas.microsoft.com/office/drawing/2014/main" val="1146693154"/>
                    </a:ext>
                  </a:extLst>
                </a:gridCol>
                <a:gridCol w="780397">
                  <a:extLst>
                    <a:ext uri="{9D8B030D-6E8A-4147-A177-3AD203B41FA5}">
                      <a16:colId xmlns:a16="http://schemas.microsoft.com/office/drawing/2014/main" val="1081666239"/>
                    </a:ext>
                  </a:extLst>
                </a:gridCol>
                <a:gridCol w="780397">
                  <a:extLst>
                    <a:ext uri="{9D8B030D-6E8A-4147-A177-3AD203B41FA5}">
                      <a16:colId xmlns:a16="http://schemas.microsoft.com/office/drawing/2014/main" val="2139713452"/>
                    </a:ext>
                  </a:extLst>
                </a:gridCol>
                <a:gridCol w="780397">
                  <a:extLst>
                    <a:ext uri="{9D8B030D-6E8A-4147-A177-3AD203B41FA5}">
                      <a16:colId xmlns:a16="http://schemas.microsoft.com/office/drawing/2014/main" val="2579426265"/>
                    </a:ext>
                  </a:extLst>
                </a:gridCol>
                <a:gridCol w="780397">
                  <a:extLst>
                    <a:ext uri="{9D8B030D-6E8A-4147-A177-3AD203B41FA5}">
                      <a16:colId xmlns:a16="http://schemas.microsoft.com/office/drawing/2014/main" val="1669763609"/>
                    </a:ext>
                  </a:extLst>
                </a:gridCol>
                <a:gridCol w="780397">
                  <a:extLst>
                    <a:ext uri="{9D8B030D-6E8A-4147-A177-3AD203B41FA5}">
                      <a16:colId xmlns:a16="http://schemas.microsoft.com/office/drawing/2014/main" val="2708676131"/>
                    </a:ext>
                  </a:extLst>
                </a:gridCol>
              </a:tblGrid>
              <a:tr h="18610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5th Week Of Sep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Previous Week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Current Week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2383257"/>
                  </a:ext>
                </a:extLst>
              </a:tr>
              <a:tr h="275469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Building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Offshore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Onshore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Offshore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Onshore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Offshore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Onshore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180707"/>
                  </a:ext>
                </a:extLst>
              </a:tr>
              <a:tr h="2829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SJC01 &amp; 02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en-IN" sz="1100" b="0" i="0" u="none" strike="noStrike" baseline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endParaRPr lang="en-IN" sz="1100" b="0" i="0" u="none" strike="noStrike" baseline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endParaRPr lang="en-IN" sz="1100" b="0" i="0" u="none" strike="noStrike" baseline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  <a:endParaRPr lang="en-IN" sz="1100" b="0" i="0" u="none" strike="noStrike" baseline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5871818"/>
                  </a:ext>
                </a:extLst>
              </a:tr>
              <a:tr h="3359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SJC12, SJC13 SJC15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en-IN" sz="1100" b="0" i="0" u="none" strike="noStrike" baseline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en-IN" sz="1100" b="0" i="0" u="none" strike="noStrike" baseline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  <a:endParaRPr lang="en-IN" sz="1100" b="0" i="0" u="none" strike="noStrike" baseline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endParaRPr lang="en-IN" sz="1100" b="0" i="0" u="none" strike="noStrike" baseline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944118"/>
                  </a:ext>
                </a:extLst>
              </a:tr>
              <a:tr h="1711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SJC21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IN" sz="1100" b="0" i="0" u="none" strike="noStrike" baseline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0575894"/>
                  </a:ext>
                </a:extLst>
              </a:tr>
              <a:tr h="1711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SJC22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IN" sz="1100" b="0" i="0" u="none" strike="noStrike" baseline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IN" sz="1100" b="0" i="0" u="none" strike="noStrike" baseline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851839"/>
                  </a:ext>
                </a:extLst>
              </a:tr>
              <a:tr h="1711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SJC 23 &amp; 24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IN" sz="1100" b="0" i="0" u="none" strike="noStrike" baseline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en-IN" sz="1100" b="0" i="0" u="none" strike="noStrike" baseline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en-IN" sz="1100" b="0" i="0" u="none" strike="noStrike" baseline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0611472"/>
                  </a:ext>
                </a:extLst>
              </a:tr>
              <a:tr h="1711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SJC16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IN" sz="1100" b="0" i="0" u="none" strike="noStrike" baseline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IN" sz="1100" b="0" i="0" u="none" strike="noStrike" baseline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IN" sz="1100" b="0" i="0" u="none" strike="noStrike" baseline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IN" sz="1100" b="0" i="0" u="none" strike="noStrike" baseline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3275748"/>
                  </a:ext>
                </a:extLst>
              </a:tr>
              <a:tr h="2829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SJC03 &amp; 04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en-IN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en-IN" sz="1100" b="0" i="0" u="none" strike="noStrike" baseline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917883"/>
                  </a:ext>
                </a:extLst>
              </a:tr>
              <a:tr h="2444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SJC20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endParaRPr lang="en-IN" sz="1100" b="0" i="0" u="none" strike="noStrike" baseline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  <a:endParaRPr lang="en-IN" sz="1100" b="0" i="0" u="none" strike="noStrike" baseline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en-IN" sz="1100" b="0" i="0" u="none" strike="noStrike" baseline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endParaRPr lang="en-IN" sz="1100" b="0" i="0" u="none" strike="noStrike" baseline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526925"/>
                  </a:ext>
                </a:extLst>
              </a:tr>
              <a:tr h="461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r>
                        <a:rPr lang="en-IN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  <a:endParaRPr lang="en-IN" sz="1100" b="0" i="0" u="none" strike="noStrike" baseline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4070320"/>
                  </a:ext>
                </a:extLst>
              </a:tr>
              <a:tr h="2829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Percentage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baseline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48%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52%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58%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42%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43%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57%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823881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C51ACA1-B6BB-25B7-661F-A3EF8F6E72E7}"/>
              </a:ext>
            </a:extLst>
          </p:cNvPr>
          <p:cNvSpPr/>
          <p:nvPr/>
        </p:nvSpPr>
        <p:spPr>
          <a:xfrm>
            <a:off x="323849" y="3760785"/>
            <a:ext cx="5876924" cy="2400529"/>
          </a:xfrm>
          <a:prstGeom prst="roundRect">
            <a:avLst>
              <a:gd name="adj" fmla="val 773"/>
            </a:avLst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bg1"/>
              </a:solidFill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829C32B-C2CC-4C46-A156-53E59AB2E8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9602798"/>
              </p:ext>
            </p:extLst>
          </p:nvPr>
        </p:nvGraphicFramePr>
        <p:xfrm>
          <a:off x="388047" y="3807736"/>
          <a:ext cx="5707953" cy="23066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C041D50-BBEF-400A-8E69-BC1E7B0698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5696488"/>
              </p:ext>
            </p:extLst>
          </p:nvPr>
        </p:nvGraphicFramePr>
        <p:xfrm>
          <a:off x="408334" y="840262"/>
          <a:ext cx="5707953" cy="27298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186126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4BC1B-13CE-B693-C37F-AC8AFC7CB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8318F-0ACB-DF03-D535-3A478DD8A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02" y="88686"/>
            <a:ext cx="10762830" cy="492443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SLA Metrics SJC Location</a:t>
            </a:r>
            <a:endParaRPr lang="en-IN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D3FF54E-87C1-E7A4-AEB8-75FA53A70704}"/>
              </a:ext>
            </a:extLst>
          </p:cNvPr>
          <p:cNvSpPr txBox="1"/>
          <p:nvPr/>
        </p:nvSpPr>
        <p:spPr>
          <a:xfrm>
            <a:off x="1174542" y="968407"/>
            <a:ext cx="1099695" cy="2461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400" kern="1200" dirty="0">
                <a:solidFill>
                  <a:schemeClr val="bg2">
                    <a:lumMod val="40000"/>
                    <a:lumOff val="60000"/>
                  </a:schemeClr>
                </a:solidFill>
                <a:ea typeface="ＭＳ Ｐゴシック" charset="0"/>
              </a:rPr>
              <a:t>MTTA</a:t>
            </a:r>
            <a:endParaRPr lang="en-IN" sz="1400" kern="1200" dirty="0" err="1">
              <a:solidFill>
                <a:schemeClr val="bg2">
                  <a:lumMod val="40000"/>
                  <a:lumOff val="60000"/>
                </a:schemeClr>
              </a:solidFill>
              <a:ea typeface="ＭＳ Ｐゴシック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EE2EE36-6F1B-B2B1-74AA-A6DA0A05E6C2}"/>
              </a:ext>
            </a:extLst>
          </p:cNvPr>
          <p:cNvSpPr txBox="1"/>
          <p:nvPr/>
        </p:nvSpPr>
        <p:spPr>
          <a:xfrm>
            <a:off x="3509468" y="969214"/>
            <a:ext cx="1705520" cy="2461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400" kern="1200" dirty="0">
                <a:solidFill>
                  <a:schemeClr val="bg2">
                    <a:lumMod val="40000"/>
                    <a:lumOff val="60000"/>
                  </a:schemeClr>
                </a:solidFill>
                <a:ea typeface="ＭＳ Ｐゴシック" charset="0"/>
              </a:rPr>
              <a:t>&lt;1 Day MTTR</a:t>
            </a:r>
            <a:endParaRPr lang="en-IN" sz="1400" kern="1200" dirty="0" err="1">
              <a:solidFill>
                <a:schemeClr val="bg2">
                  <a:lumMod val="40000"/>
                  <a:lumOff val="60000"/>
                </a:schemeClr>
              </a:solidFill>
              <a:ea typeface="ＭＳ Ｐゴシック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CE4D5DD-5712-E3EF-495C-643D5105EC93}"/>
              </a:ext>
            </a:extLst>
          </p:cNvPr>
          <p:cNvSpPr txBox="1"/>
          <p:nvPr/>
        </p:nvSpPr>
        <p:spPr>
          <a:xfrm>
            <a:off x="6450219" y="972960"/>
            <a:ext cx="1705520" cy="2461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400" kern="1200" dirty="0">
                <a:solidFill>
                  <a:schemeClr val="bg2">
                    <a:lumMod val="40000"/>
                    <a:lumOff val="60000"/>
                  </a:schemeClr>
                </a:solidFill>
                <a:ea typeface="ＭＳ Ｐゴシック" charset="0"/>
              </a:rPr>
              <a:t>&lt;=7 Day MTTR</a:t>
            </a:r>
            <a:endParaRPr lang="en-IN" sz="1400" kern="1200" dirty="0" err="1">
              <a:solidFill>
                <a:schemeClr val="bg2">
                  <a:lumMod val="40000"/>
                  <a:lumOff val="60000"/>
                </a:schemeClr>
              </a:solidFill>
              <a:ea typeface="ＭＳ Ｐゴシック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0B82740-021A-1623-A0A5-30FBC2F4DDDF}"/>
              </a:ext>
            </a:extLst>
          </p:cNvPr>
          <p:cNvSpPr txBox="1"/>
          <p:nvPr/>
        </p:nvSpPr>
        <p:spPr>
          <a:xfrm>
            <a:off x="10311426" y="940118"/>
            <a:ext cx="1099695" cy="2461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400" kern="1200" dirty="0">
                <a:solidFill>
                  <a:schemeClr val="bg2">
                    <a:lumMod val="40000"/>
                    <a:lumOff val="60000"/>
                  </a:schemeClr>
                </a:solidFill>
                <a:ea typeface="ＭＳ Ｐゴシック" charset="0"/>
              </a:rPr>
              <a:t>CSAT</a:t>
            </a:r>
            <a:endParaRPr lang="en-IN" sz="1400" kern="1200" dirty="0" err="1">
              <a:solidFill>
                <a:schemeClr val="bg2">
                  <a:lumMod val="40000"/>
                  <a:lumOff val="60000"/>
                </a:schemeClr>
              </a:solidFill>
              <a:ea typeface="ＭＳ Ｐゴシック" charset="0"/>
            </a:endParaRPr>
          </a:p>
        </p:txBody>
      </p:sp>
      <p:grpSp>
        <p:nvGrpSpPr>
          <p:cNvPr id="404" name="Group 403">
            <a:extLst>
              <a:ext uri="{FF2B5EF4-FFF2-40B4-BE49-F238E27FC236}">
                <a16:creationId xmlns:a16="http://schemas.microsoft.com/office/drawing/2014/main" id="{EAC18D36-8EE3-606E-0C34-7F4665266FF2}"/>
              </a:ext>
            </a:extLst>
          </p:cNvPr>
          <p:cNvGrpSpPr/>
          <p:nvPr/>
        </p:nvGrpSpPr>
        <p:grpSpPr>
          <a:xfrm>
            <a:off x="543526" y="1509607"/>
            <a:ext cx="1996832" cy="2118042"/>
            <a:chOff x="4930934" y="2415949"/>
            <a:chExt cx="2281398" cy="2287399"/>
          </a:xfrm>
        </p:grpSpPr>
        <p:sp>
          <p:nvSpPr>
            <p:cNvPr id="405" name="Oval 404">
              <a:extLst>
                <a:ext uri="{FF2B5EF4-FFF2-40B4-BE49-F238E27FC236}">
                  <a16:creationId xmlns:a16="http://schemas.microsoft.com/office/drawing/2014/main" id="{47E13C9A-E450-EF7C-6E2C-5199D7A4F1D7}"/>
                </a:ext>
              </a:extLst>
            </p:cNvPr>
            <p:cNvSpPr/>
            <p:nvPr/>
          </p:nvSpPr>
          <p:spPr>
            <a:xfrm>
              <a:off x="5625371" y="2980989"/>
              <a:ext cx="880751" cy="880752"/>
            </a:xfrm>
            <a:prstGeom prst="ellipse">
              <a:avLst/>
            </a:prstGeom>
            <a:solidFill>
              <a:srgbClr val="00B050"/>
            </a:solidFill>
            <a:ln w="19050" cap="flat" cmpd="sng" algn="ctr">
              <a:noFill/>
              <a:prstDash val="solid"/>
              <a:miter lim="800000"/>
            </a:ln>
            <a:effectLst>
              <a:outerShdw blurRad="202654" dist="38100" dir="5400000" algn="t" rotWithShape="0">
                <a:srgbClr val="0F9ED5"/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US" sz="900" kern="0">
                <a:solidFill>
                  <a:schemeClr val="bg2">
                    <a:lumMod val="40000"/>
                    <a:lumOff val="60000"/>
                  </a:schemeClr>
                </a:solidFill>
                <a:cs typeface="CiscoSansTT" panose="020B0503020201020303" pitchFamily="34" charset="0"/>
              </a:endParaRPr>
            </a:p>
          </p:txBody>
        </p:sp>
        <p:sp>
          <p:nvSpPr>
            <p:cNvPr id="406" name="Pie 84">
              <a:extLst>
                <a:ext uri="{FF2B5EF4-FFF2-40B4-BE49-F238E27FC236}">
                  <a16:creationId xmlns:a16="http://schemas.microsoft.com/office/drawing/2014/main" id="{E39E2487-EA71-B6FF-984B-C9A0C3235E9F}"/>
                </a:ext>
              </a:extLst>
            </p:cNvPr>
            <p:cNvSpPr/>
            <p:nvPr/>
          </p:nvSpPr>
          <p:spPr>
            <a:xfrm>
              <a:off x="4930934" y="2433724"/>
              <a:ext cx="2269626" cy="2269624"/>
            </a:xfrm>
            <a:prstGeom prst="arc">
              <a:avLst>
                <a:gd name="adj1" fmla="val 10654653"/>
                <a:gd name="adj2" fmla="val 30827"/>
              </a:avLst>
            </a:prstGeom>
            <a:noFill/>
            <a:ln w="139700" cap="rnd" cmpd="sng" algn="ctr">
              <a:solidFill>
                <a:sysClr val="windowText" lastClr="000000">
                  <a:lumMod val="75000"/>
                  <a:lumOff val="25000"/>
                </a:sysClr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sz="900" kern="0">
                <a:solidFill>
                  <a:schemeClr val="bg2">
                    <a:lumMod val="40000"/>
                    <a:lumOff val="60000"/>
                  </a:schemeClr>
                </a:solidFill>
                <a:cs typeface="CiscoSansTT" panose="020B0503020201020303" pitchFamily="34" charset="0"/>
              </a:endParaRPr>
            </a:p>
          </p:txBody>
        </p:sp>
        <p:grpSp>
          <p:nvGrpSpPr>
            <p:cNvPr id="407" name="Group 406">
              <a:extLst>
                <a:ext uri="{FF2B5EF4-FFF2-40B4-BE49-F238E27FC236}">
                  <a16:creationId xmlns:a16="http://schemas.microsoft.com/office/drawing/2014/main" id="{4A3B48D7-C54C-A53D-D108-BBE3FABC21C5}"/>
                </a:ext>
              </a:extLst>
            </p:cNvPr>
            <p:cNvGrpSpPr/>
            <p:nvPr/>
          </p:nvGrpSpPr>
          <p:grpSpPr>
            <a:xfrm>
              <a:off x="4942707" y="2415949"/>
              <a:ext cx="2269625" cy="2269624"/>
              <a:chOff x="4935313" y="2505516"/>
              <a:chExt cx="2269625" cy="2269624"/>
            </a:xfrm>
          </p:grpSpPr>
          <p:sp>
            <p:nvSpPr>
              <p:cNvPr id="409" name="Freeform 140">
                <a:extLst>
                  <a:ext uri="{FF2B5EF4-FFF2-40B4-BE49-F238E27FC236}">
                    <a16:creationId xmlns:a16="http://schemas.microsoft.com/office/drawing/2014/main" id="{382D77FF-300B-B350-9CBE-632478F8C2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6585" y="2629426"/>
                <a:ext cx="2037879" cy="994215"/>
              </a:xfrm>
              <a:custGeom>
                <a:avLst/>
                <a:gdLst>
                  <a:gd name="connsiteX0" fmla="*/ 7388225 w 7392987"/>
                  <a:gd name="connsiteY0" fmla="*/ 3457575 h 3606800"/>
                  <a:gd name="connsiteX1" fmla="*/ 7392987 w 7392987"/>
                  <a:gd name="connsiteY1" fmla="*/ 3568700 h 3606800"/>
                  <a:gd name="connsiteX2" fmla="*/ 6611939 w 7392987"/>
                  <a:gd name="connsiteY2" fmla="*/ 3606800 h 3606800"/>
                  <a:gd name="connsiteX3" fmla="*/ 6608763 w 7392987"/>
                  <a:gd name="connsiteY3" fmla="*/ 3500438 h 3606800"/>
                  <a:gd name="connsiteX4" fmla="*/ 4763 w 7392987"/>
                  <a:gd name="connsiteY4" fmla="*/ 3457575 h 3606800"/>
                  <a:gd name="connsiteX5" fmla="*/ 784225 w 7392987"/>
                  <a:gd name="connsiteY5" fmla="*/ 3500438 h 3606800"/>
                  <a:gd name="connsiteX6" fmla="*/ 779463 w 7392987"/>
                  <a:gd name="connsiteY6" fmla="*/ 3606800 h 3606800"/>
                  <a:gd name="connsiteX7" fmla="*/ 0 w 7392987"/>
                  <a:gd name="connsiteY7" fmla="*/ 3568700 h 3606800"/>
                  <a:gd name="connsiteX8" fmla="*/ 7370763 w 7392987"/>
                  <a:gd name="connsiteY8" fmla="*/ 3267075 h 3606800"/>
                  <a:gd name="connsiteX9" fmla="*/ 7383463 w 7392987"/>
                  <a:gd name="connsiteY9" fmla="*/ 3371850 h 3606800"/>
                  <a:gd name="connsiteX10" fmla="*/ 6604001 w 7392987"/>
                  <a:gd name="connsiteY10" fmla="*/ 3452813 h 3606800"/>
                  <a:gd name="connsiteX11" fmla="*/ 6596063 w 7392987"/>
                  <a:gd name="connsiteY11" fmla="*/ 3346450 h 3606800"/>
                  <a:gd name="connsiteX12" fmla="*/ 20638 w 7392987"/>
                  <a:gd name="connsiteY12" fmla="*/ 3267075 h 3606800"/>
                  <a:gd name="connsiteX13" fmla="*/ 796926 w 7392987"/>
                  <a:gd name="connsiteY13" fmla="*/ 3346450 h 3606800"/>
                  <a:gd name="connsiteX14" fmla="*/ 788989 w 7392987"/>
                  <a:gd name="connsiteY14" fmla="*/ 3452813 h 3606800"/>
                  <a:gd name="connsiteX15" fmla="*/ 7938 w 7392987"/>
                  <a:gd name="connsiteY15" fmla="*/ 3371850 h 3606800"/>
                  <a:gd name="connsiteX16" fmla="*/ 7342187 w 7392987"/>
                  <a:gd name="connsiteY16" fmla="*/ 3070225 h 3606800"/>
                  <a:gd name="connsiteX17" fmla="*/ 7358063 w 7392987"/>
                  <a:gd name="connsiteY17" fmla="*/ 3181350 h 3606800"/>
                  <a:gd name="connsiteX18" fmla="*/ 6586539 w 7392987"/>
                  <a:gd name="connsiteY18" fmla="*/ 3305175 h 3606800"/>
                  <a:gd name="connsiteX19" fmla="*/ 6570663 w 7392987"/>
                  <a:gd name="connsiteY19" fmla="*/ 3194050 h 3606800"/>
                  <a:gd name="connsiteX20" fmla="*/ 50801 w 7392987"/>
                  <a:gd name="connsiteY20" fmla="*/ 3070225 h 3606800"/>
                  <a:gd name="connsiteX21" fmla="*/ 822326 w 7392987"/>
                  <a:gd name="connsiteY21" fmla="*/ 3194050 h 3606800"/>
                  <a:gd name="connsiteX22" fmla="*/ 804863 w 7392987"/>
                  <a:gd name="connsiteY22" fmla="*/ 3305175 h 3606800"/>
                  <a:gd name="connsiteX23" fmla="*/ 33338 w 7392987"/>
                  <a:gd name="connsiteY23" fmla="*/ 3181350 h 3606800"/>
                  <a:gd name="connsiteX24" fmla="*/ 7304087 w 7392987"/>
                  <a:gd name="connsiteY24" fmla="*/ 2884487 h 3606800"/>
                  <a:gd name="connsiteX25" fmla="*/ 7329487 w 7392987"/>
                  <a:gd name="connsiteY25" fmla="*/ 2990850 h 3606800"/>
                  <a:gd name="connsiteX26" fmla="*/ 6561137 w 7392987"/>
                  <a:gd name="connsiteY26" fmla="*/ 3151187 h 3606800"/>
                  <a:gd name="connsiteX27" fmla="*/ 6540499 w 7392987"/>
                  <a:gd name="connsiteY27" fmla="*/ 3044824 h 3606800"/>
                  <a:gd name="connsiteX28" fmla="*/ 88900 w 7392987"/>
                  <a:gd name="connsiteY28" fmla="*/ 2884487 h 3606800"/>
                  <a:gd name="connsiteX29" fmla="*/ 852488 w 7392987"/>
                  <a:gd name="connsiteY29" fmla="*/ 3044824 h 3606800"/>
                  <a:gd name="connsiteX30" fmla="*/ 830263 w 7392987"/>
                  <a:gd name="connsiteY30" fmla="*/ 3151187 h 3606800"/>
                  <a:gd name="connsiteX31" fmla="*/ 63500 w 7392987"/>
                  <a:gd name="connsiteY31" fmla="*/ 2990850 h 3606800"/>
                  <a:gd name="connsiteX32" fmla="*/ 7256463 w 7392987"/>
                  <a:gd name="connsiteY32" fmla="*/ 2692400 h 3606800"/>
                  <a:gd name="connsiteX33" fmla="*/ 7286625 w 7392987"/>
                  <a:gd name="connsiteY33" fmla="*/ 2798762 h 3606800"/>
                  <a:gd name="connsiteX34" fmla="*/ 6527799 w 7392987"/>
                  <a:gd name="connsiteY34" fmla="*/ 3003550 h 3606800"/>
                  <a:gd name="connsiteX35" fmla="*/ 6502399 w 7392987"/>
                  <a:gd name="connsiteY35" fmla="*/ 2897188 h 3606800"/>
                  <a:gd name="connsiteX36" fmla="*/ 134938 w 7392987"/>
                  <a:gd name="connsiteY36" fmla="*/ 2692400 h 3606800"/>
                  <a:gd name="connsiteX37" fmla="*/ 890588 w 7392987"/>
                  <a:gd name="connsiteY37" fmla="*/ 2897188 h 3606800"/>
                  <a:gd name="connsiteX38" fmla="*/ 865188 w 7392987"/>
                  <a:gd name="connsiteY38" fmla="*/ 3003550 h 3606800"/>
                  <a:gd name="connsiteX39" fmla="*/ 106363 w 7392987"/>
                  <a:gd name="connsiteY39" fmla="*/ 2798762 h 3606800"/>
                  <a:gd name="connsiteX40" fmla="*/ 7197725 w 7392987"/>
                  <a:gd name="connsiteY40" fmla="*/ 2509837 h 3606800"/>
                  <a:gd name="connsiteX41" fmla="*/ 7231063 w 7392987"/>
                  <a:gd name="connsiteY41" fmla="*/ 2611437 h 3606800"/>
                  <a:gd name="connsiteX42" fmla="*/ 6489701 w 7392987"/>
                  <a:gd name="connsiteY42" fmla="*/ 2854325 h 3606800"/>
                  <a:gd name="connsiteX43" fmla="*/ 6454775 w 7392987"/>
                  <a:gd name="connsiteY43" fmla="*/ 2752725 h 3606800"/>
                  <a:gd name="connsiteX44" fmla="*/ 195263 w 7392987"/>
                  <a:gd name="connsiteY44" fmla="*/ 2509837 h 3606800"/>
                  <a:gd name="connsiteX45" fmla="*/ 936626 w 7392987"/>
                  <a:gd name="connsiteY45" fmla="*/ 2752725 h 3606800"/>
                  <a:gd name="connsiteX46" fmla="*/ 903289 w 7392987"/>
                  <a:gd name="connsiteY46" fmla="*/ 2854325 h 3606800"/>
                  <a:gd name="connsiteX47" fmla="*/ 160338 w 7392987"/>
                  <a:gd name="connsiteY47" fmla="*/ 2611437 h 3606800"/>
                  <a:gd name="connsiteX48" fmla="*/ 7129463 w 7392987"/>
                  <a:gd name="connsiteY48" fmla="*/ 2327275 h 3606800"/>
                  <a:gd name="connsiteX49" fmla="*/ 7172325 w 7392987"/>
                  <a:gd name="connsiteY49" fmla="*/ 2428875 h 3606800"/>
                  <a:gd name="connsiteX50" fmla="*/ 6438899 w 7392987"/>
                  <a:gd name="connsiteY50" fmla="*/ 2709863 h 3606800"/>
                  <a:gd name="connsiteX51" fmla="*/ 6400799 w 7392987"/>
                  <a:gd name="connsiteY51" fmla="*/ 2608263 h 3606800"/>
                  <a:gd name="connsiteX52" fmla="*/ 261938 w 7392987"/>
                  <a:gd name="connsiteY52" fmla="*/ 2327275 h 3606800"/>
                  <a:gd name="connsiteX53" fmla="*/ 992188 w 7392987"/>
                  <a:gd name="connsiteY53" fmla="*/ 2608263 h 3606800"/>
                  <a:gd name="connsiteX54" fmla="*/ 954088 w 7392987"/>
                  <a:gd name="connsiteY54" fmla="*/ 2709863 h 3606800"/>
                  <a:gd name="connsiteX55" fmla="*/ 220663 w 7392987"/>
                  <a:gd name="connsiteY55" fmla="*/ 2428875 h 3606800"/>
                  <a:gd name="connsiteX56" fmla="*/ 7053263 w 7392987"/>
                  <a:gd name="connsiteY56" fmla="*/ 2149475 h 3606800"/>
                  <a:gd name="connsiteX57" fmla="*/ 7099299 w 7392987"/>
                  <a:gd name="connsiteY57" fmla="*/ 2246312 h 3606800"/>
                  <a:gd name="connsiteX58" fmla="*/ 6383337 w 7392987"/>
                  <a:gd name="connsiteY58" fmla="*/ 2565400 h 3606800"/>
                  <a:gd name="connsiteX59" fmla="*/ 6340475 w 7392987"/>
                  <a:gd name="connsiteY59" fmla="*/ 2468562 h 3606800"/>
                  <a:gd name="connsiteX60" fmla="*/ 338137 w 7392987"/>
                  <a:gd name="connsiteY60" fmla="*/ 2149475 h 3606800"/>
                  <a:gd name="connsiteX61" fmla="*/ 1050925 w 7392987"/>
                  <a:gd name="connsiteY61" fmla="*/ 2468562 h 3606800"/>
                  <a:gd name="connsiteX62" fmla="*/ 1008063 w 7392987"/>
                  <a:gd name="connsiteY62" fmla="*/ 2565400 h 3606800"/>
                  <a:gd name="connsiteX63" fmla="*/ 292100 w 7392987"/>
                  <a:gd name="connsiteY63" fmla="*/ 2246312 h 3606800"/>
                  <a:gd name="connsiteX64" fmla="*/ 6969125 w 7392987"/>
                  <a:gd name="connsiteY64" fmla="*/ 1974850 h 3606800"/>
                  <a:gd name="connsiteX65" fmla="*/ 7019925 w 7392987"/>
                  <a:gd name="connsiteY65" fmla="*/ 2073275 h 3606800"/>
                  <a:gd name="connsiteX66" fmla="*/ 6319837 w 7392987"/>
                  <a:gd name="connsiteY66" fmla="*/ 2425700 h 3606800"/>
                  <a:gd name="connsiteX67" fmla="*/ 6273799 w 7392987"/>
                  <a:gd name="connsiteY67" fmla="*/ 2332038 h 3606800"/>
                  <a:gd name="connsiteX68" fmla="*/ 423863 w 7392987"/>
                  <a:gd name="connsiteY68" fmla="*/ 1974850 h 3606800"/>
                  <a:gd name="connsiteX69" fmla="*/ 1119188 w 7392987"/>
                  <a:gd name="connsiteY69" fmla="*/ 2332038 h 3606800"/>
                  <a:gd name="connsiteX70" fmla="*/ 1071563 w 7392987"/>
                  <a:gd name="connsiteY70" fmla="*/ 2425700 h 3606800"/>
                  <a:gd name="connsiteX71" fmla="*/ 373063 w 7392987"/>
                  <a:gd name="connsiteY71" fmla="*/ 2073275 h 3606800"/>
                  <a:gd name="connsiteX72" fmla="*/ 6875463 w 7392987"/>
                  <a:gd name="connsiteY72" fmla="*/ 1804987 h 3606800"/>
                  <a:gd name="connsiteX73" fmla="*/ 6926263 w 7392987"/>
                  <a:gd name="connsiteY73" fmla="*/ 1898650 h 3606800"/>
                  <a:gd name="connsiteX74" fmla="*/ 6251575 w 7392987"/>
                  <a:gd name="connsiteY74" fmla="*/ 2289175 h 3606800"/>
                  <a:gd name="connsiteX75" fmla="*/ 6197599 w 7392987"/>
                  <a:gd name="connsiteY75" fmla="*/ 2195512 h 3606800"/>
                  <a:gd name="connsiteX76" fmla="*/ 517525 w 7392987"/>
                  <a:gd name="connsiteY76" fmla="*/ 1804987 h 3606800"/>
                  <a:gd name="connsiteX77" fmla="*/ 1195388 w 7392987"/>
                  <a:gd name="connsiteY77" fmla="*/ 2195512 h 3606800"/>
                  <a:gd name="connsiteX78" fmla="*/ 1139825 w 7392987"/>
                  <a:gd name="connsiteY78" fmla="*/ 2289175 h 3606800"/>
                  <a:gd name="connsiteX79" fmla="*/ 466725 w 7392987"/>
                  <a:gd name="connsiteY79" fmla="*/ 1898650 h 3606800"/>
                  <a:gd name="connsiteX80" fmla="*/ 6769101 w 7392987"/>
                  <a:gd name="connsiteY80" fmla="*/ 1639887 h 3606800"/>
                  <a:gd name="connsiteX81" fmla="*/ 6827839 w 7392987"/>
                  <a:gd name="connsiteY81" fmla="*/ 1733550 h 3606800"/>
                  <a:gd name="connsiteX82" fmla="*/ 6175375 w 7392987"/>
                  <a:gd name="connsiteY82" fmla="*/ 2157412 h 3606800"/>
                  <a:gd name="connsiteX83" fmla="*/ 6116639 w 7392987"/>
                  <a:gd name="connsiteY83" fmla="*/ 2068512 h 3606800"/>
                  <a:gd name="connsiteX84" fmla="*/ 622301 w 7392987"/>
                  <a:gd name="connsiteY84" fmla="*/ 1639887 h 3606800"/>
                  <a:gd name="connsiteX85" fmla="*/ 1276351 w 7392987"/>
                  <a:gd name="connsiteY85" fmla="*/ 2068512 h 3606800"/>
                  <a:gd name="connsiteX86" fmla="*/ 1216026 w 7392987"/>
                  <a:gd name="connsiteY86" fmla="*/ 2157412 h 3606800"/>
                  <a:gd name="connsiteX87" fmla="*/ 563563 w 7392987"/>
                  <a:gd name="connsiteY87" fmla="*/ 1733550 h 3606800"/>
                  <a:gd name="connsiteX88" fmla="*/ 6659563 w 7392987"/>
                  <a:gd name="connsiteY88" fmla="*/ 1482725 h 3606800"/>
                  <a:gd name="connsiteX89" fmla="*/ 6723063 w 7392987"/>
                  <a:gd name="connsiteY89" fmla="*/ 1571625 h 3606800"/>
                  <a:gd name="connsiteX90" fmla="*/ 6091238 w 7392987"/>
                  <a:gd name="connsiteY90" fmla="*/ 2030413 h 3606800"/>
                  <a:gd name="connsiteX91" fmla="*/ 6027738 w 7392987"/>
                  <a:gd name="connsiteY91" fmla="*/ 1944688 h 3606800"/>
                  <a:gd name="connsiteX92" fmla="*/ 733425 w 7392987"/>
                  <a:gd name="connsiteY92" fmla="*/ 1482725 h 3606800"/>
                  <a:gd name="connsiteX93" fmla="*/ 1365250 w 7392987"/>
                  <a:gd name="connsiteY93" fmla="*/ 1944688 h 3606800"/>
                  <a:gd name="connsiteX94" fmla="*/ 1301750 w 7392987"/>
                  <a:gd name="connsiteY94" fmla="*/ 2030413 h 3606800"/>
                  <a:gd name="connsiteX95" fmla="*/ 669925 w 7392987"/>
                  <a:gd name="connsiteY95" fmla="*/ 1571625 h 3606800"/>
                  <a:gd name="connsiteX96" fmla="*/ 6535739 w 7392987"/>
                  <a:gd name="connsiteY96" fmla="*/ 1328737 h 3606800"/>
                  <a:gd name="connsiteX97" fmla="*/ 6604001 w 7392987"/>
                  <a:gd name="connsiteY97" fmla="*/ 1414462 h 3606800"/>
                  <a:gd name="connsiteX98" fmla="*/ 5997576 w 7392987"/>
                  <a:gd name="connsiteY98" fmla="*/ 1906587 h 3606800"/>
                  <a:gd name="connsiteX99" fmla="*/ 5929313 w 7392987"/>
                  <a:gd name="connsiteY99" fmla="*/ 1822450 h 3606800"/>
                  <a:gd name="connsiteX100" fmla="*/ 855663 w 7392987"/>
                  <a:gd name="connsiteY100" fmla="*/ 1328737 h 3606800"/>
                  <a:gd name="connsiteX101" fmla="*/ 1462088 w 7392987"/>
                  <a:gd name="connsiteY101" fmla="*/ 1822450 h 3606800"/>
                  <a:gd name="connsiteX102" fmla="*/ 1393825 w 7392987"/>
                  <a:gd name="connsiteY102" fmla="*/ 1906587 h 3606800"/>
                  <a:gd name="connsiteX103" fmla="*/ 788988 w 7392987"/>
                  <a:gd name="connsiteY103" fmla="*/ 1414462 h 3606800"/>
                  <a:gd name="connsiteX104" fmla="*/ 6408739 w 7392987"/>
                  <a:gd name="connsiteY104" fmla="*/ 1184275 h 3606800"/>
                  <a:gd name="connsiteX105" fmla="*/ 6481763 w 7392987"/>
                  <a:gd name="connsiteY105" fmla="*/ 1265238 h 3606800"/>
                  <a:gd name="connsiteX106" fmla="*/ 5900738 w 7392987"/>
                  <a:gd name="connsiteY106" fmla="*/ 1787525 h 3606800"/>
                  <a:gd name="connsiteX107" fmla="*/ 5827713 w 7392987"/>
                  <a:gd name="connsiteY107" fmla="*/ 1706562 h 3606800"/>
                  <a:gd name="connsiteX108" fmla="*/ 982663 w 7392987"/>
                  <a:gd name="connsiteY108" fmla="*/ 1184275 h 3606800"/>
                  <a:gd name="connsiteX109" fmla="*/ 1563688 w 7392987"/>
                  <a:gd name="connsiteY109" fmla="*/ 1706562 h 3606800"/>
                  <a:gd name="connsiteX110" fmla="*/ 1492250 w 7392987"/>
                  <a:gd name="connsiteY110" fmla="*/ 1787525 h 3606800"/>
                  <a:gd name="connsiteX111" fmla="*/ 911225 w 7392987"/>
                  <a:gd name="connsiteY111" fmla="*/ 1265238 h 3606800"/>
                  <a:gd name="connsiteX112" fmla="*/ 6273801 w 7392987"/>
                  <a:gd name="connsiteY112" fmla="*/ 1044575 h 3606800"/>
                  <a:gd name="connsiteX113" fmla="*/ 6350001 w 7392987"/>
                  <a:gd name="connsiteY113" fmla="*/ 1120775 h 3606800"/>
                  <a:gd name="connsiteX114" fmla="*/ 5799138 w 7392987"/>
                  <a:gd name="connsiteY114" fmla="*/ 1677988 h 3606800"/>
                  <a:gd name="connsiteX115" fmla="*/ 5722938 w 7392987"/>
                  <a:gd name="connsiteY115" fmla="*/ 1601788 h 3606800"/>
                  <a:gd name="connsiteX116" fmla="*/ 1119188 w 7392987"/>
                  <a:gd name="connsiteY116" fmla="*/ 1044575 h 3606800"/>
                  <a:gd name="connsiteX117" fmla="*/ 1670051 w 7392987"/>
                  <a:gd name="connsiteY117" fmla="*/ 1601788 h 3606800"/>
                  <a:gd name="connsiteX118" fmla="*/ 1593851 w 7392987"/>
                  <a:gd name="connsiteY118" fmla="*/ 1677988 h 3606800"/>
                  <a:gd name="connsiteX119" fmla="*/ 1042988 w 7392987"/>
                  <a:gd name="connsiteY119" fmla="*/ 1120775 h 3606800"/>
                  <a:gd name="connsiteX120" fmla="*/ 6134099 w 7392987"/>
                  <a:gd name="connsiteY120" fmla="*/ 912812 h 3606800"/>
                  <a:gd name="connsiteX121" fmla="*/ 6213475 w 7392987"/>
                  <a:gd name="connsiteY121" fmla="*/ 985837 h 3606800"/>
                  <a:gd name="connsiteX122" fmla="*/ 5688013 w 7392987"/>
                  <a:gd name="connsiteY122" fmla="*/ 1566862 h 3606800"/>
                  <a:gd name="connsiteX123" fmla="*/ 5607050 w 7392987"/>
                  <a:gd name="connsiteY123" fmla="*/ 1495424 h 3606800"/>
                  <a:gd name="connsiteX124" fmla="*/ 1258887 w 7392987"/>
                  <a:gd name="connsiteY124" fmla="*/ 912812 h 3606800"/>
                  <a:gd name="connsiteX125" fmla="*/ 1784350 w 7392987"/>
                  <a:gd name="connsiteY125" fmla="*/ 1495424 h 3606800"/>
                  <a:gd name="connsiteX126" fmla="*/ 1703387 w 7392987"/>
                  <a:gd name="connsiteY126" fmla="*/ 1566862 h 3606800"/>
                  <a:gd name="connsiteX127" fmla="*/ 1177925 w 7392987"/>
                  <a:gd name="connsiteY127" fmla="*/ 985837 h 3606800"/>
                  <a:gd name="connsiteX128" fmla="*/ 5980113 w 7392987"/>
                  <a:gd name="connsiteY128" fmla="*/ 788987 h 3606800"/>
                  <a:gd name="connsiteX129" fmla="*/ 6065838 w 7392987"/>
                  <a:gd name="connsiteY129" fmla="*/ 857250 h 3606800"/>
                  <a:gd name="connsiteX130" fmla="*/ 5573713 w 7392987"/>
                  <a:gd name="connsiteY130" fmla="*/ 1470025 h 3606800"/>
                  <a:gd name="connsiteX131" fmla="*/ 5489575 w 7392987"/>
                  <a:gd name="connsiteY131" fmla="*/ 1397000 h 3606800"/>
                  <a:gd name="connsiteX132" fmla="*/ 1411288 w 7392987"/>
                  <a:gd name="connsiteY132" fmla="*/ 788987 h 3606800"/>
                  <a:gd name="connsiteX133" fmla="*/ 1903413 w 7392987"/>
                  <a:gd name="connsiteY133" fmla="*/ 1397000 h 3606800"/>
                  <a:gd name="connsiteX134" fmla="*/ 1817688 w 7392987"/>
                  <a:gd name="connsiteY134" fmla="*/ 1470025 h 3606800"/>
                  <a:gd name="connsiteX135" fmla="*/ 1327150 w 7392987"/>
                  <a:gd name="connsiteY135" fmla="*/ 857250 h 3606800"/>
                  <a:gd name="connsiteX136" fmla="*/ 5827713 w 7392987"/>
                  <a:gd name="connsiteY136" fmla="*/ 674687 h 3606800"/>
                  <a:gd name="connsiteX137" fmla="*/ 5913438 w 7392987"/>
                  <a:gd name="connsiteY137" fmla="*/ 738187 h 3606800"/>
                  <a:gd name="connsiteX138" fmla="*/ 5454650 w 7392987"/>
                  <a:gd name="connsiteY138" fmla="*/ 1371600 h 3606800"/>
                  <a:gd name="connsiteX139" fmla="*/ 5365750 w 7392987"/>
                  <a:gd name="connsiteY139" fmla="*/ 1308100 h 3606800"/>
                  <a:gd name="connsiteX140" fmla="*/ 1563687 w 7392987"/>
                  <a:gd name="connsiteY140" fmla="*/ 674687 h 3606800"/>
                  <a:gd name="connsiteX141" fmla="*/ 2025650 w 7392987"/>
                  <a:gd name="connsiteY141" fmla="*/ 1308100 h 3606800"/>
                  <a:gd name="connsiteX142" fmla="*/ 1936750 w 7392987"/>
                  <a:gd name="connsiteY142" fmla="*/ 1371600 h 3606800"/>
                  <a:gd name="connsiteX143" fmla="*/ 1479550 w 7392987"/>
                  <a:gd name="connsiteY143" fmla="*/ 738187 h 3606800"/>
                  <a:gd name="connsiteX144" fmla="*/ 5667375 w 7392987"/>
                  <a:gd name="connsiteY144" fmla="*/ 568325 h 3606800"/>
                  <a:gd name="connsiteX145" fmla="*/ 5756275 w 7392987"/>
                  <a:gd name="connsiteY145" fmla="*/ 623888 h 3606800"/>
                  <a:gd name="connsiteX146" fmla="*/ 5332413 w 7392987"/>
                  <a:gd name="connsiteY146" fmla="*/ 1282700 h 3606800"/>
                  <a:gd name="connsiteX147" fmla="*/ 5238750 w 7392987"/>
                  <a:gd name="connsiteY147" fmla="*/ 1222375 h 3606800"/>
                  <a:gd name="connsiteX148" fmla="*/ 1725613 w 7392987"/>
                  <a:gd name="connsiteY148" fmla="*/ 568325 h 3606800"/>
                  <a:gd name="connsiteX149" fmla="*/ 2152651 w 7392987"/>
                  <a:gd name="connsiteY149" fmla="*/ 1222375 h 3606800"/>
                  <a:gd name="connsiteX150" fmla="*/ 2060576 w 7392987"/>
                  <a:gd name="connsiteY150" fmla="*/ 1282700 h 3606800"/>
                  <a:gd name="connsiteX151" fmla="*/ 1636713 w 7392987"/>
                  <a:gd name="connsiteY151" fmla="*/ 623888 h 3606800"/>
                  <a:gd name="connsiteX152" fmla="*/ 5497513 w 7392987"/>
                  <a:gd name="connsiteY152" fmla="*/ 466725 h 3606800"/>
                  <a:gd name="connsiteX153" fmla="*/ 5594351 w 7392987"/>
                  <a:gd name="connsiteY153" fmla="*/ 522288 h 3606800"/>
                  <a:gd name="connsiteX154" fmla="*/ 5200651 w 7392987"/>
                  <a:gd name="connsiteY154" fmla="*/ 1201738 h 3606800"/>
                  <a:gd name="connsiteX155" fmla="*/ 5106988 w 7392987"/>
                  <a:gd name="connsiteY155" fmla="*/ 1146175 h 3606800"/>
                  <a:gd name="connsiteX156" fmla="*/ 1893888 w 7392987"/>
                  <a:gd name="connsiteY156" fmla="*/ 466725 h 3606800"/>
                  <a:gd name="connsiteX157" fmla="*/ 2284413 w 7392987"/>
                  <a:gd name="connsiteY157" fmla="*/ 1146175 h 3606800"/>
                  <a:gd name="connsiteX158" fmla="*/ 2190750 w 7392987"/>
                  <a:gd name="connsiteY158" fmla="*/ 1201738 h 3606800"/>
                  <a:gd name="connsiteX159" fmla="*/ 1797050 w 7392987"/>
                  <a:gd name="connsiteY159" fmla="*/ 522288 h 3606800"/>
                  <a:gd name="connsiteX160" fmla="*/ 5327650 w 7392987"/>
                  <a:gd name="connsiteY160" fmla="*/ 377825 h 3606800"/>
                  <a:gd name="connsiteX161" fmla="*/ 5426075 w 7392987"/>
                  <a:gd name="connsiteY161" fmla="*/ 428625 h 3606800"/>
                  <a:gd name="connsiteX162" fmla="*/ 5068887 w 7392987"/>
                  <a:gd name="connsiteY162" fmla="*/ 1125538 h 3606800"/>
                  <a:gd name="connsiteX163" fmla="*/ 4972050 w 7392987"/>
                  <a:gd name="connsiteY163" fmla="*/ 1074738 h 3606800"/>
                  <a:gd name="connsiteX164" fmla="*/ 2063751 w 7392987"/>
                  <a:gd name="connsiteY164" fmla="*/ 377825 h 3606800"/>
                  <a:gd name="connsiteX165" fmla="*/ 2420938 w 7392987"/>
                  <a:gd name="connsiteY165" fmla="*/ 1074738 h 3606800"/>
                  <a:gd name="connsiteX166" fmla="*/ 2322513 w 7392987"/>
                  <a:gd name="connsiteY166" fmla="*/ 1125538 h 3606800"/>
                  <a:gd name="connsiteX167" fmla="*/ 1966913 w 7392987"/>
                  <a:gd name="connsiteY167" fmla="*/ 428625 h 3606800"/>
                  <a:gd name="connsiteX168" fmla="*/ 5149850 w 7392987"/>
                  <a:gd name="connsiteY168" fmla="*/ 296862 h 3606800"/>
                  <a:gd name="connsiteX169" fmla="*/ 5251450 w 7392987"/>
                  <a:gd name="connsiteY169" fmla="*/ 339725 h 3606800"/>
                  <a:gd name="connsiteX170" fmla="*/ 4933950 w 7392987"/>
                  <a:gd name="connsiteY170" fmla="*/ 1057275 h 3606800"/>
                  <a:gd name="connsiteX171" fmla="*/ 4832350 w 7392987"/>
                  <a:gd name="connsiteY171" fmla="*/ 1011238 h 3606800"/>
                  <a:gd name="connsiteX172" fmla="*/ 2241550 w 7392987"/>
                  <a:gd name="connsiteY172" fmla="*/ 296862 h 3606800"/>
                  <a:gd name="connsiteX173" fmla="*/ 2560638 w 7392987"/>
                  <a:gd name="connsiteY173" fmla="*/ 1011238 h 3606800"/>
                  <a:gd name="connsiteX174" fmla="*/ 2459038 w 7392987"/>
                  <a:gd name="connsiteY174" fmla="*/ 1057275 h 3606800"/>
                  <a:gd name="connsiteX175" fmla="*/ 2139950 w 7392987"/>
                  <a:gd name="connsiteY175" fmla="*/ 339725 h 3606800"/>
                  <a:gd name="connsiteX176" fmla="*/ 4972050 w 7392987"/>
                  <a:gd name="connsiteY176" fmla="*/ 225425 h 3606800"/>
                  <a:gd name="connsiteX177" fmla="*/ 5073650 w 7392987"/>
                  <a:gd name="connsiteY177" fmla="*/ 263525 h 3606800"/>
                  <a:gd name="connsiteX178" fmla="*/ 4794250 w 7392987"/>
                  <a:gd name="connsiteY178" fmla="*/ 993775 h 3606800"/>
                  <a:gd name="connsiteX179" fmla="*/ 4692650 w 7392987"/>
                  <a:gd name="connsiteY179" fmla="*/ 955675 h 3606800"/>
                  <a:gd name="connsiteX180" fmla="*/ 2420938 w 7392987"/>
                  <a:gd name="connsiteY180" fmla="*/ 225425 h 3606800"/>
                  <a:gd name="connsiteX181" fmla="*/ 2700338 w 7392987"/>
                  <a:gd name="connsiteY181" fmla="*/ 955675 h 3606800"/>
                  <a:gd name="connsiteX182" fmla="*/ 2598738 w 7392987"/>
                  <a:gd name="connsiteY182" fmla="*/ 993775 h 3606800"/>
                  <a:gd name="connsiteX183" fmla="*/ 2317750 w 7392987"/>
                  <a:gd name="connsiteY183" fmla="*/ 263525 h 3606800"/>
                  <a:gd name="connsiteX184" fmla="*/ 4789488 w 7392987"/>
                  <a:gd name="connsiteY184" fmla="*/ 160337 h 3606800"/>
                  <a:gd name="connsiteX185" fmla="*/ 4891088 w 7392987"/>
                  <a:gd name="connsiteY185" fmla="*/ 195262 h 3606800"/>
                  <a:gd name="connsiteX186" fmla="*/ 4649788 w 7392987"/>
                  <a:gd name="connsiteY186" fmla="*/ 942975 h 3606800"/>
                  <a:gd name="connsiteX187" fmla="*/ 4548188 w 7392987"/>
                  <a:gd name="connsiteY187" fmla="*/ 908050 h 3606800"/>
                  <a:gd name="connsiteX188" fmla="*/ 2601913 w 7392987"/>
                  <a:gd name="connsiteY188" fmla="*/ 160337 h 3606800"/>
                  <a:gd name="connsiteX189" fmla="*/ 2844801 w 7392987"/>
                  <a:gd name="connsiteY189" fmla="*/ 908050 h 3606800"/>
                  <a:gd name="connsiteX190" fmla="*/ 2741613 w 7392987"/>
                  <a:gd name="connsiteY190" fmla="*/ 942975 h 3606800"/>
                  <a:gd name="connsiteX191" fmla="*/ 2500313 w 7392987"/>
                  <a:gd name="connsiteY191" fmla="*/ 195262 h 3606800"/>
                  <a:gd name="connsiteX192" fmla="*/ 4603751 w 7392987"/>
                  <a:gd name="connsiteY192" fmla="*/ 109537 h 3606800"/>
                  <a:gd name="connsiteX193" fmla="*/ 4705351 w 7392987"/>
                  <a:gd name="connsiteY193" fmla="*/ 139700 h 3606800"/>
                  <a:gd name="connsiteX194" fmla="*/ 4505326 w 7392987"/>
                  <a:gd name="connsiteY194" fmla="*/ 895350 h 3606800"/>
                  <a:gd name="connsiteX195" fmla="*/ 4398963 w 7392987"/>
                  <a:gd name="connsiteY195" fmla="*/ 866775 h 3606800"/>
                  <a:gd name="connsiteX196" fmla="*/ 2789238 w 7392987"/>
                  <a:gd name="connsiteY196" fmla="*/ 109537 h 3606800"/>
                  <a:gd name="connsiteX197" fmla="*/ 2992438 w 7392987"/>
                  <a:gd name="connsiteY197" fmla="*/ 866775 h 3606800"/>
                  <a:gd name="connsiteX198" fmla="*/ 2886075 w 7392987"/>
                  <a:gd name="connsiteY198" fmla="*/ 895350 h 3606800"/>
                  <a:gd name="connsiteX199" fmla="*/ 2687638 w 7392987"/>
                  <a:gd name="connsiteY199" fmla="*/ 139700 h 3606800"/>
                  <a:gd name="connsiteX200" fmla="*/ 4411663 w 7392987"/>
                  <a:gd name="connsiteY200" fmla="*/ 68262 h 3606800"/>
                  <a:gd name="connsiteX201" fmla="*/ 4518025 w 7392987"/>
                  <a:gd name="connsiteY201" fmla="*/ 88900 h 3606800"/>
                  <a:gd name="connsiteX202" fmla="*/ 4357687 w 7392987"/>
                  <a:gd name="connsiteY202" fmla="*/ 857250 h 3606800"/>
                  <a:gd name="connsiteX203" fmla="*/ 4251325 w 7392987"/>
                  <a:gd name="connsiteY203" fmla="*/ 831850 h 3606800"/>
                  <a:gd name="connsiteX204" fmla="*/ 2979737 w 7392987"/>
                  <a:gd name="connsiteY204" fmla="*/ 68262 h 3606800"/>
                  <a:gd name="connsiteX205" fmla="*/ 3140075 w 7392987"/>
                  <a:gd name="connsiteY205" fmla="*/ 831850 h 3606800"/>
                  <a:gd name="connsiteX206" fmla="*/ 3035300 w 7392987"/>
                  <a:gd name="connsiteY206" fmla="*/ 857250 h 3606800"/>
                  <a:gd name="connsiteX207" fmla="*/ 2873375 w 7392987"/>
                  <a:gd name="connsiteY207" fmla="*/ 88900 h 3606800"/>
                  <a:gd name="connsiteX208" fmla="*/ 4221163 w 7392987"/>
                  <a:gd name="connsiteY208" fmla="*/ 33337 h 3606800"/>
                  <a:gd name="connsiteX209" fmla="*/ 4327525 w 7392987"/>
                  <a:gd name="connsiteY209" fmla="*/ 50800 h 3606800"/>
                  <a:gd name="connsiteX210" fmla="*/ 4205287 w 7392987"/>
                  <a:gd name="connsiteY210" fmla="*/ 823912 h 3606800"/>
                  <a:gd name="connsiteX211" fmla="*/ 4098925 w 7392987"/>
                  <a:gd name="connsiteY211" fmla="*/ 806450 h 3606800"/>
                  <a:gd name="connsiteX212" fmla="*/ 3170238 w 7392987"/>
                  <a:gd name="connsiteY212" fmla="*/ 33337 h 3606800"/>
                  <a:gd name="connsiteX213" fmla="*/ 3294063 w 7392987"/>
                  <a:gd name="connsiteY213" fmla="*/ 806450 h 3606800"/>
                  <a:gd name="connsiteX214" fmla="*/ 3187700 w 7392987"/>
                  <a:gd name="connsiteY214" fmla="*/ 823912 h 3606800"/>
                  <a:gd name="connsiteX215" fmla="*/ 3063875 w 7392987"/>
                  <a:gd name="connsiteY215" fmla="*/ 50800 h 3606800"/>
                  <a:gd name="connsiteX216" fmla="*/ 4030663 w 7392987"/>
                  <a:gd name="connsiteY216" fmla="*/ 12700 h 3606800"/>
                  <a:gd name="connsiteX217" fmla="*/ 4137025 w 7392987"/>
                  <a:gd name="connsiteY217" fmla="*/ 25400 h 3606800"/>
                  <a:gd name="connsiteX218" fmla="*/ 4056063 w 7392987"/>
                  <a:gd name="connsiteY218" fmla="*/ 803275 h 3606800"/>
                  <a:gd name="connsiteX219" fmla="*/ 3946525 w 7392987"/>
                  <a:gd name="connsiteY219" fmla="*/ 788988 h 3606800"/>
                  <a:gd name="connsiteX220" fmla="*/ 3360738 w 7392987"/>
                  <a:gd name="connsiteY220" fmla="*/ 12700 h 3606800"/>
                  <a:gd name="connsiteX221" fmla="*/ 3446463 w 7392987"/>
                  <a:gd name="connsiteY221" fmla="*/ 788988 h 3606800"/>
                  <a:gd name="connsiteX222" fmla="*/ 3335338 w 7392987"/>
                  <a:gd name="connsiteY222" fmla="*/ 803275 h 3606800"/>
                  <a:gd name="connsiteX223" fmla="*/ 3255963 w 7392987"/>
                  <a:gd name="connsiteY223" fmla="*/ 25400 h 3606800"/>
                  <a:gd name="connsiteX224" fmla="*/ 3835400 w 7392987"/>
                  <a:gd name="connsiteY224" fmla="*/ 0 h 3606800"/>
                  <a:gd name="connsiteX225" fmla="*/ 3941763 w 7392987"/>
                  <a:gd name="connsiteY225" fmla="*/ 7938 h 3606800"/>
                  <a:gd name="connsiteX226" fmla="*/ 3903663 w 7392987"/>
                  <a:gd name="connsiteY226" fmla="*/ 788988 h 3606800"/>
                  <a:gd name="connsiteX227" fmla="*/ 3794125 w 7392987"/>
                  <a:gd name="connsiteY227" fmla="*/ 781050 h 3606800"/>
                  <a:gd name="connsiteX228" fmla="*/ 3641725 w 7392987"/>
                  <a:gd name="connsiteY228" fmla="*/ 0 h 3606800"/>
                  <a:gd name="connsiteX229" fmla="*/ 3751263 w 7392987"/>
                  <a:gd name="connsiteY229" fmla="*/ 0 h 3606800"/>
                  <a:gd name="connsiteX230" fmla="*/ 3751263 w 7392987"/>
                  <a:gd name="connsiteY230" fmla="*/ 781050 h 3606800"/>
                  <a:gd name="connsiteX231" fmla="*/ 3641725 w 7392987"/>
                  <a:gd name="connsiteY231" fmla="*/ 781050 h 3606800"/>
                  <a:gd name="connsiteX232" fmla="*/ 3556001 w 7392987"/>
                  <a:gd name="connsiteY232" fmla="*/ 0 h 3606800"/>
                  <a:gd name="connsiteX233" fmla="*/ 3598863 w 7392987"/>
                  <a:gd name="connsiteY233" fmla="*/ 781050 h 3606800"/>
                  <a:gd name="connsiteX234" fmla="*/ 3487738 w 7392987"/>
                  <a:gd name="connsiteY234" fmla="*/ 788988 h 3606800"/>
                  <a:gd name="connsiteX235" fmla="*/ 3449638 w 7392987"/>
                  <a:gd name="connsiteY235" fmla="*/ 7938 h 360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</a:cxnLst>
                <a:rect l="l" t="t" r="r" b="b"/>
                <a:pathLst>
                  <a:path w="7392987" h="3606800">
                    <a:moveTo>
                      <a:pt x="7388225" y="3457575"/>
                    </a:moveTo>
                    <a:lnTo>
                      <a:pt x="7392987" y="3568700"/>
                    </a:lnTo>
                    <a:lnTo>
                      <a:pt x="6611939" y="3606800"/>
                    </a:lnTo>
                    <a:lnTo>
                      <a:pt x="6608763" y="3500438"/>
                    </a:lnTo>
                    <a:close/>
                    <a:moveTo>
                      <a:pt x="4763" y="3457575"/>
                    </a:moveTo>
                    <a:lnTo>
                      <a:pt x="784225" y="3500438"/>
                    </a:lnTo>
                    <a:lnTo>
                      <a:pt x="779463" y="3606800"/>
                    </a:lnTo>
                    <a:lnTo>
                      <a:pt x="0" y="3568700"/>
                    </a:lnTo>
                    <a:close/>
                    <a:moveTo>
                      <a:pt x="7370763" y="3267075"/>
                    </a:moveTo>
                    <a:lnTo>
                      <a:pt x="7383463" y="3371850"/>
                    </a:lnTo>
                    <a:lnTo>
                      <a:pt x="6604001" y="3452813"/>
                    </a:lnTo>
                    <a:lnTo>
                      <a:pt x="6596063" y="3346450"/>
                    </a:lnTo>
                    <a:close/>
                    <a:moveTo>
                      <a:pt x="20638" y="3267075"/>
                    </a:moveTo>
                    <a:lnTo>
                      <a:pt x="796926" y="3346450"/>
                    </a:lnTo>
                    <a:lnTo>
                      <a:pt x="788989" y="3452813"/>
                    </a:lnTo>
                    <a:lnTo>
                      <a:pt x="7938" y="3371850"/>
                    </a:lnTo>
                    <a:close/>
                    <a:moveTo>
                      <a:pt x="7342187" y="3070225"/>
                    </a:moveTo>
                    <a:lnTo>
                      <a:pt x="7358063" y="3181350"/>
                    </a:lnTo>
                    <a:lnTo>
                      <a:pt x="6586539" y="3305175"/>
                    </a:lnTo>
                    <a:lnTo>
                      <a:pt x="6570663" y="3194050"/>
                    </a:lnTo>
                    <a:close/>
                    <a:moveTo>
                      <a:pt x="50801" y="3070225"/>
                    </a:moveTo>
                    <a:lnTo>
                      <a:pt x="822326" y="3194050"/>
                    </a:lnTo>
                    <a:lnTo>
                      <a:pt x="804863" y="3305175"/>
                    </a:lnTo>
                    <a:lnTo>
                      <a:pt x="33338" y="3181350"/>
                    </a:lnTo>
                    <a:close/>
                    <a:moveTo>
                      <a:pt x="7304087" y="2884487"/>
                    </a:moveTo>
                    <a:lnTo>
                      <a:pt x="7329487" y="2990850"/>
                    </a:lnTo>
                    <a:lnTo>
                      <a:pt x="6561137" y="3151187"/>
                    </a:lnTo>
                    <a:lnTo>
                      <a:pt x="6540499" y="3044824"/>
                    </a:lnTo>
                    <a:close/>
                    <a:moveTo>
                      <a:pt x="88900" y="2884487"/>
                    </a:moveTo>
                    <a:lnTo>
                      <a:pt x="852488" y="3044824"/>
                    </a:lnTo>
                    <a:lnTo>
                      <a:pt x="830263" y="3151187"/>
                    </a:lnTo>
                    <a:lnTo>
                      <a:pt x="63500" y="2990850"/>
                    </a:lnTo>
                    <a:close/>
                    <a:moveTo>
                      <a:pt x="7256463" y="2692400"/>
                    </a:moveTo>
                    <a:lnTo>
                      <a:pt x="7286625" y="2798762"/>
                    </a:lnTo>
                    <a:lnTo>
                      <a:pt x="6527799" y="3003550"/>
                    </a:lnTo>
                    <a:lnTo>
                      <a:pt x="6502399" y="2897188"/>
                    </a:lnTo>
                    <a:close/>
                    <a:moveTo>
                      <a:pt x="134938" y="2692400"/>
                    </a:moveTo>
                    <a:lnTo>
                      <a:pt x="890588" y="2897188"/>
                    </a:lnTo>
                    <a:lnTo>
                      <a:pt x="865188" y="3003550"/>
                    </a:lnTo>
                    <a:lnTo>
                      <a:pt x="106363" y="2798762"/>
                    </a:lnTo>
                    <a:close/>
                    <a:moveTo>
                      <a:pt x="7197725" y="2509837"/>
                    </a:moveTo>
                    <a:lnTo>
                      <a:pt x="7231063" y="2611437"/>
                    </a:lnTo>
                    <a:lnTo>
                      <a:pt x="6489701" y="2854325"/>
                    </a:lnTo>
                    <a:lnTo>
                      <a:pt x="6454775" y="2752725"/>
                    </a:lnTo>
                    <a:close/>
                    <a:moveTo>
                      <a:pt x="195263" y="2509837"/>
                    </a:moveTo>
                    <a:lnTo>
                      <a:pt x="936626" y="2752725"/>
                    </a:lnTo>
                    <a:lnTo>
                      <a:pt x="903289" y="2854325"/>
                    </a:lnTo>
                    <a:lnTo>
                      <a:pt x="160338" y="2611437"/>
                    </a:lnTo>
                    <a:close/>
                    <a:moveTo>
                      <a:pt x="7129463" y="2327275"/>
                    </a:moveTo>
                    <a:lnTo>
                      <a:pt x="7172325" y="2428875"/>
                    </a:lnTo>
                    <a:lnTo>
                      <a:pt x="6438899" y="2709863"/>
                    </a:lnTo>
                    <a:lnTo>
                      <a:pt x="6400799" y="2608263"/>
                    </a:lnTo>
                    <a:close/>
                    <a:moveTo>
                      <a:pt x="261938" y="2327275"/>
                    </a:moveTo>
                    <a:lnTo>
                      <a:pt x="992188" y="2608263"/>
                    </a:lnTo>
                    <a:lnTo>
                      <a:pt x="954088" y="2709863"/>
                    </a:lnTo>
                    <a:lnTo>
                      <a:pt x="220663" y="2428875"/>
                    </a:lnTo>
                    <a:close/>
                    <a:moveTo>
                      <a:pt x="7053263" y="2149475"/>
                    </a:moveTo>
                    <a:lnTo>
                      <a:pt x="7099299" y="2246312"/>
                    </a:lnTo>
                    <a:lnTo>
                      <a:pt x="6383337" y="2565400"/>
                    </a:lnTo>
                    <a:lnTo>
                      <a:pt x="6340475" y="2468562"/>
                    </a:lnTo>
                    <a:close/>
                    <a:moveTo>
                      <a:pt x="338137" y="2149475"/>
                    </a:moveTo>
                    <a:lnTo>
                      <a:pt x="1050925" y="2468562"/>
                    </a:lnTo>
                    <a:lnTo>
                      <a:pt x="1008063" y="2565400"/>
                    </a:lnTo>
                    <a:lnTo>
                      <a:pt x="292100" y="2246312"/>
                    </a:lnTo>
                    <a:close/>
                    <a:moveTo>
                      <a:pt x="6969125" y="1974850"/>
                    </a:moveTo>
                    <a:lnTo>
                      <a:pt x="7019925" y="2073275"/>
                    </a:lnTo>
                    <a:lnTo>
                      <a:pt x="6319837" y="2425700"/>
                    </a:lnTo>
                    <a:lnTo>
                      <a:pt x="6273799" y="2332038"/>
                    </a:lnTo>
                    <a:close/>
                    <a:moveTo>
                      <a:pt x="423863" y="1974850"/>
                    </a:moveTo>
                    <a:lnTo>
                      <a:pt x="1119188" y="2332038"/>
                    </a:lnTo>
                    <a:lnTo>
                      <a:pt x="1071563" y="2425700"/>
                    </a:lnTo>
                    <a:lnTo>
                      <a:pt x="373063" y="2073275"/>
                    </a:lnTo>
                    <a:close/>
                    <a:moveTo>
                      <a:pt x="6875463" y="1804987"/>
                    </a:moveTo>
                    <a:lnTo>
                      <a:pt x="6926263" y="1898650"/>
                    </a:lnTo>
                    <a:lnTo>
                      <a:pt x="6251575" y="2289175"/>
                    </a:lnTo>
                    <a:lnTo>
                      <a:pt x="6197599" y="2195512"/>
                    </a:lnTo>
                    <a:close/>
                    <a:moveTo>
                      <a:pt x="517525" y="1804987"/>
                    </a:moveTo>
                    <a:lnTo>
                      <a:pt x="1195388" y="2195512"/>
                    </a:lnTo>
                    <a:lnTo>
                      <a:pt x="1139825" y="2289175"/>
                    </a:lnTo>
                    <a:lnTo>
                      <a:pt x="466725" y="1898650"/>
                    </a:lnTo>
                    <a:close/>
                    <a:moveTo>
                      <a:pt x="6769101" y="1639887"/>
                    </a:moveTo>
                    <a:lnTo>
                      <a:pt x="6827839" y="1733550"/>
                    </a:lnTo>
                    <a:lnTo>
                      <a:pt x="6175375" y="2157412"/>
                    </a:lnTo>
                    <a:lnTo>
                      <a:pt x="6116639" y="2068512"/>
                    </a:lnTo>
                    <a:close/>
                    <a:moveTo>
                      <a:pt x="622301" y="1639887"/>
                    </a:moveTo>
                    <a:lnTo>
                      <a:pt x="1276351" y="2068512"/>
                    </a:lnTo>
                    <a:lnTo>
                      <a:pt x="1216026" y="2157412"/>
                    </a:lnTo>
                    <a:lnTo>
                      <a:pt x="563563" y="1733550"/>
                    </a:lnTo>
                    <a:close/>
                    <a:moveTo>
                      <a:pt x="6659563" y="1482725"/>
                    </a:moveTo>
                    <a:lnTo>
                      <a:pt x="6723063" y="1571625"/>
                    </a:lnTo>
                    <a:lnTo>
                      <a:pt x="6091238" y="2030413"/>
                    </a:lnTo>
                    <a:lnTo>
                      <a:pt x="6027738" y="1944688"/>
                    </a:lnTo>
                    <a:close/>
                    <a:moveTo>
                      <a:pt x="733425" y="1482725"/>
                    </a:moveTo>
                    <a:lnTo>
                      <a:pt x="1365250" y="1944688"/>
                    </a:lnTo>
                    <a:lnTo>
                      <a:pt x="1301750" y="2030413"/>
                    </a:lnTo>
                    <a:lnTo>
                      <a:pt x="669925" y="1571625"/>
                    </a:lnTo>
                    <a:close/>
                    <a:moveTo>
                      <a:pt x="6535739" y="1328737"/>
                    </a:moveTo>
                    <a:lnTo>
                      <a:pt x="6604001" y="1414462"/>
                    </a:lnTo>
                    <a:lnTo>
                      <a:pt x="5997576" y="1906587"/>
                    </a:lnTo>
                    <a:lnTo>
                      <a:pt x="5929313" y="1822450"/>
                    </a:lnTo>
                    <a:close/>
                    <a:moveTo>
                      <a:pt x="855663" y="1328737"/>
                    </a:moveTo>
                    <a:lnTo>
                      <a:pt x="1462088" y="1822450"/>
                    </a:lnTo>
                    <a:lnTo>
                      <a:pt x="1393825" y="1906587"/>
                    </a:lnTo>
                    <a:lnTo>
                      <a:pt x="788988" y="1414462"/>
                    </a:lnTo>
                    <a:close/>
                    <a:moveTo>
                      <a:pt x="6408739" y="1184275"/>
                    </a:moveTo>
                    <a:lnTo>
                      <a:pt x="6481763" y="1265238"/>
                    </a:lnTo>
                    <a:lnTo>
                      <a:pt x="5900738" y="1787525"/>
                    </a:lnTo>
                    <a:lnTo>
                      <a:pt x="5827713" y="1706562"/>
                    </a:lnTo>
                    <a:close/>
                    <a:moveTo>
                      <a:pt x="982663" y="1184275"/>
                    </a:moveTo>
                    <a:lnTo>
                      <a:pt x="1563688" y="1706562"/>
                    </a:lnTo>
                    <a:lnTo>
                      <a:pt x="1492250" y="1787525"/>
                    </a:lnTo>
                    <a:lnTo>
                      <a:pt x="911225" y="1265238"/>
                    </a:lnTo>
                    <a:close/>
                    <a:moveTo>
                      <a:pt x="6273801" y="1044575"/>
                    </a:moveTo>
                    <a:lnTo>
                      <a:pt x="6350001" y="1120775"/>
                    </a:lnTo>
                    <a:lnTo>
                      <a:pt x="5799138" y="1677988"/>
                    </a:lnTo>
                    <a:lnTo>
                      <a:pt x="5722938" y="1601788"/>
                    </a:lnTo>
                    <a:close/>
                    <a:moveTo>
                      <a:pt x="1119188" y="1044575"/>
                    </a:moveTo>
                    <a:lnTo>
                      <a:pt x="1670051" y="1601788"/>
                    </a:lnTo>
                    <a:lnTo>
                      <a:pt x="1593851" y="1677988"/>
                    </a:lnTo>
                    <a:lnTo>
                      <a:pt x="1042988" y="1120775"/>
                    </a:lnTo>
                    <a:close/>
                    <a:moveTo>
                      <a:pt x="6134099" y="912812"/>
                    </a:moveTo>
                    <a:lnTo>
                      <a:pt x="6213475" y="985837"/>
                    </a:lnTo>
                    <a:lnTo>
                      <a:pt x="5688013" y="1566862"/>
                    </a:lnTo>
                    <a:lnTo>
                      <a:pt x="5607050" y="1495424"/>
                    </a:lnTo>
                    <a:close/>
                    <a:moveTo>
                      <a:pt x="1258887" y="912812"/>
                    </a:moveTo>
                    <a:lnTo>
                      <a:pt x="1784350" y="1495424"/>
                    </a:lnTo>
                    <a:lnTo>
                      <a:pt x="1703387" y="1566862"/>
                    </a:lnTo>
                    <a:lnTo>
                      <a:pt x="1177925" y="985837"/>
                    </a:lnTo>
                    <a:close/>
                    <a:moveTo>
                      <a:pt x="5980113" y="788987"/>
                    </a:moveTo>
                    <a:lnTo>
                      <a:pt x="6065838" y="857250"/>
                    </a:lnTo>
                    <a:lnTo>
                      <a:pt x="5573713" y="1470025"/>
                    </a:lnTo>
                    <a:lnTo>
                      <a:pt x="5489575" y="1397000"/>
                    </a:lnTo>
                    <a:close/>
                    <a:moveTo>
                      <a:pt x="1411288" y="788987"/>
                    </a:moveTo>
                    <a:lnTo>
                      <a:pt x="1903413" y="1397000"/>
                    </a:lnTo>
                    <a:lnTo>
                      <a:pt x="1817688" y="1470025"/>
                    </a:lnTo>
                    <a:lnTo>
                      <a:pt x="1327150" y="857250"/>
                    </a:lnTo>
                    <a:close/>
                    <a:moveTo>
                      <a:pt x="5827713" y="674687"/>
                    </a:moveTo>
                    <a:lnTo>
                      <a:pt x="5913438" y="738187"/>
                    </a:lnTo>
                    <a:lnTo>
                      <a:pt x="5454650" y="1371600"/>
                    </a:lnTo>
                    <a:lnTo>
                      <a:pt x="5365750" y="1308100"/>
                    </a:lnTo>
                    <a:close/>
                    <a:moveTo>
                      <a:pt x="1563687" y="674687"/>
                    </a:moveTo>
                    <a:lnTo>
                      <a:pt x="2025650" y="1308100"/>
                    </a:lnTo>
                    <a:lnTo>
                      <a:pt x="1936750" y="1371600"/>
                    </a:lnTo>
                    <a:lnTo>
                      <a:pt x="1479550" y="738187"/>
                    </a:lnTo>
                    <a:close/>
                    <a:moveTo>
                      <a:pt x="5667375" y="568325"/>
                    </a:moveTo>
                    <a:lnTo>
                      <a:pt x="5756275" y="623888"/>
                    </a:lnTo>
                    <a:lnTo>
                      <a:pt x="5332413" y="1282700"/>
                    </a:lnTo>
                    <a:lnTo>
                      <a:pt x="5238750" y="1222375"/>
                    </a:lnTo>
                    <a:close/>
                    <a:moveTo>
                      <a:pt x="1725613" y="568325"/>
                    </a:moveTo>
                    <a:lnTo>
                      <a:pt x="2152651" y="1222375"/>
                    </a:lnTo>
                    <a:lnTo>
                      <a:pt x="2060576" y="1282700"/>
                    </a:lnTo>
                    <a:lnTo>
                      <a:pt x="1636713" y="623888"/>
                    </a:lnTo>
                    <a:close/>
                    <a:moveTo>
                      <a:pt x="5497513" y="466725"/>
                    </a:moveTo>
                    <a:lnTo>
                      <a:pt x="5594351" y="522288"/>
                    </a:lnTo>
                    <a:lnTo>
                      <a:pt x="5200651" y="1201738"/>
                    </a:lnTo>
                    <a:lnTo>
                      <a:pt x="5106988" y="1146175"/>
                    </a:lnTo>
                    <a:close/>
                    <a:moveTo>
                      <a:pt x="1893888" y="466725"/>
                    </a:moveTo>
                    <a:lnTo>
                      <a:pt x="2284413" y="1146175"/>
                    </a:lnTo>
                    <a:lnTo>
                      <a:pt x="2190750" y="1201738"/>
                    </a:lnTo>
                    <a:lnTo>
                      <a:pt x="1797050" y="522288"/>
                    </a:lnTo>
                    <a:close/>
                    <a:moveTo>
                      <a:pt x="5327650" y="377825"/>
                    </a:moveTo>
                    <a:lnTo>
                      <a:pt x="5426075" y="428625"/>
                    </a:lnTo>
                    <a:lnTo>
                      <a:pt x="5068887" y="1125538"/>
                    </a:lnTo>
                    <a:lnTo>
                      <a:pt x="4972050" y="1074738"/>
                    </a:lnTo>
                    <a:close/>
                    <a:moveTo>
                      <a:pt x="2063751" y="377825"/>
                    </a:moveTo>
                    <a:lnTo>
                      <a:pt x="2420938" y="1074738"/>
                    </a:lnTo>
                    <a:lnTo>
                      <a:pt x="2322513" y="1125538"/>
                    </a:lnTo>
                    <a:lnTo>
                      <a:pt x="1966913" y="428625"/>
                    </a:lnTo>
                    <a:close/>
                    <a:moveTo>
                      <a:pt x="5149850" y="296862"/>
                    </a:moveTo>
                    <a:lnTo>
                      <a:pt x="5251450" y="339725"/>
                    </a:lnTo>
                    <a:lnTo>
                      <a:pt x="4933950" y="1057275"/>
                    </a:lnTo>
                    <a:lnTo>
                      <a:pt x="4832350" y="1011238"/>
                    </a:lnTo>
                    <a:close/>
                    <a:moveTo>
                      <a:pt x="2241550" y="296862"/>
                    </a:moveTo>
                    <a:lnTo>
                      <a:pt x="2560638" y="1011238"/>
                    </a:lnTo>
                    <a:lnTo>
                      <a:pt x="2459038" y="1057275"/>
                    </a:lnTo>
                    <a:lnTo>
                      <a:pt x="2139950" y="339725"/>
                    </a:lnTo>
                    <a:close/>
                    <a:moveTo>
                      <a:pt x="4972050" y="225425"/>
                    </a:moveTo>
                    <a:lnTo>
                      <a:pt x="5073650" y="263525"/>
                    </a:lnTo>
                    <a:lnTo>
                      <a:pt x="4794250" y="993775"/>
                    </a:lnTo>
                    <a:lnTo>
                      <a:pt x="4692650" y="955675"/>
                    </a:lnTo>
                    <a:close/>
                    <a:moveTo>
                      <a:pt x="2420938" y="225425"/>
                    </a:moveTo>
                    <a:lnTo>
                      <a:pt x="2700338" y="955675"/>
                    </a:lnTo>
                    <a:lnTo>
                      <a:pt x="2598738" y="993775"/>
                    </a:lnTo>
                    <a:lnTo>
                      <a:pt x="2317750" y="263525"/>
                    </a:lnTo>
                    <a:close/>
                    <a:moveTo>
                      <a:pt x="4789488" y="160337"/>
                    </a:moveTo>
                    <a:lnTo>
                      <a:pt x="4891088" y="195262"/>
                    </a:lnTo>
                    <a:lnTo>
                      <a:pt x="4649788" y="942975"/>
                    </a:lnTo>
                    <a:lnTo>
                      <a:pt x="4548188" y="908050"/>
                    </a:lnTo>
                    <a:close/>
                    <a:moveTo>
                      <a:pt x="2601913" y="160337"/>
                    </a:moveTo>
                    <a:lnTo>
                      <a:pt x="2844801" y="908050"/>
                    </a:lnTo>
                    <a:lnTo>
                      <a:pt x="2741613" y="942975"/>
                    </a:lnTo>
                    <a:lnTo>
                      <a:pt x="2500313" y="195262"/>
                    </a:lnTo>
                    <a:close/>
                    <a:moveTo>
                      <a:pt x="4603751" y="109537"/>
                    </a:moveTo>
                    <a:lnTo>
                      <a:pt x="4705351" y="139700"/>
                    </a:lnTo>
                    <a:lnTo>
                      <a:pt x="4505326" y="895350"/>
                    </a:lnTo>
                    <a:lnTo>
                      <a:pt x="4398963" y="866775"/>
                    </a:lnTo>
                    <a:close/>
                    <a:moveTo>
                      <a:pt x="2789238" y="109537"/>
                    </a:moveTo>
                    <a:lnTo>
                      <a:pt x="2992438" y="866775"/>
                    </a:lnTo>
                    <a:lnTo>
                      <a:pt x="2886075" y="895350"/>
                    </a:lnTo>
                    <a:lnTo>
                      <a:pt x="2687638" y="139700"/>
                    </a:lnTo>
                    <a:close/>
                    <a:moveTo>
                      <a:pt x="4411663" y="68262"/>
                    </a:moveTo>
                    <a:lnTo>
                      <a:pt x="4518025" y="88900"/>
                    </a:lnTo>
                    <a:lnTo>
                      <a:pt x="4357687" y="857250"/>
                    </a:lnTo>
                    <a:lnTo>
                      <a:pt x="4251325" y="831850"/>
                    </a:lnTo>
                    <a:close/>
                    <a:moveTo>
                      <a:pt x="2979737" y="68262"/>
                    </a:moveTo>
                    <a:lnTo>
                      <a:pt x="3140075" y="831850"/>
                    </a:lnTo>
                    <a:lnTo>
                      <a:pt x="3035300" y="857250"/>
                    </a:lnTo>
                    <a:lnTo>
                      <a:pt x="2873375" y="88900"/>
                    </a:lnTo>
                    <a:close/>
                    <a:moveTo>
                      <a:pt x="4221163" y="33337"/>
                    </a:moveTo>
                    <a:lnTo>
                      <a:pt x="4327525" y="50800"/>
                    </a:lnTo>
                    <a:lnTo>
                      <a:pt x="4205287" y="823912"/>
                    </a:lnTo>
                    <a:lnTo>
                      <a:pt x="4098925" y="806450"/>
                    </a:lnTo>
                    <a:close/>
                    <a:moveTo>
                      <a:pt x="3170238" y="33337"/>
                    </a:moveTo>
                    <a:lnTo>
                      <a:pt x="3294063" y="806450"/>
                    </a:lnTo>
                    <a:lnTo>
                      <a:pt x="3187700" y="823912"/>
                    </a:lnTo>
                    <a:lnTo>
                      <a:pt x="3063875" y="50800"/>
                    </a:lnTo>
                    <a:close/>
                    <a:moveTo>
                      <a:pt x="4030663" y="12700"/>
                    </a:moveTo>
                    <a:lnTo>
                      <a:pt x="4137025" y="25400"/>
                    </a:lnTo>
                    <a:lnTo>
                      <a:pt x="4056063" y="803275"/>
                    </a:lnTo>
                    <a:lnTo>
                      <a:pt x="3946525" y="788988"/>
                    </a:lnTo>
                    <a:close/>
                    <a:moveTo>
                      <a:pt x="3360738" y="12700"/>
                    </a:moveTo>
                    <a:lnTo>
                      <a:pt x="3446463" y="788988"/>
                    </a:lnTo>
                    <a:lnTo>
                      <a:pt x="3335338" y="803275"/>
                    </a:lnTo>
                    <a:lnTo>
                      <a:pt x="3255963" y="25400"/>
                    </a:lnTo>
                    <a:close/>
                    <a:moveTo>
                      <a:pt x="3835400" y="0"/>
                    </a:moveTo>
                    <a:lnTo>
                      <a:pt x="3941763" y="7938"/>
                    </a:lnTo>
                    <a:lnTo>
                      <a:pt x="3903663" y="788988"/>
                    </a:lnTo>
                    <a:lnTo>
                      <a:pt x="3794125" y="781050"/>
                    </a:lnTo>
                    <a:close/>
                    <a:moveTo>
                      <a:pt x="3641725" y="0"/>
                    </a:moveTo>
                    <a:lnTo>
                      <a:pt x="3751263" y="0"/>
                    </a:lnTo>
                    <a:lnTo>
                      <a:pt x="3751263" y="781050"/>
                    </a:lnTo>
                    <a:lnTo>
                      <a:pt x="3641725" y="781050"/>
                    </a:lnTo>
                    <a:close/>
                    <a:moveTo>
                      <a:pt x="3556001" y="0"/>
                    </a:moveTo>
                    <a:lnTo>
                      <a:pt x="3598863" y="781050"/>
                    </a:lnTo>
                    <a:lnTo>
                      <a:pt x="3487738" y="788988"/>
                    </a:lnTo>
                    <a:lnTo>
                      <a:pt x="3449638" y="7938"/>
                    </a:lnTo>
                    <a:close/>
                  </a:path>
                </a:pathLst>
              </a:custGeom>
              <a:solidFill>
                <a:sysClr val="windowText" lastClr="000000">
                  <a:lumMod val="75000"/>
                  <a:lumOff val="25000"/>
                </a:sysClr>
              </a:solidFill>
              <a:ln>
                <a:noFill/>
              </a:ln>
            </p:spPr>
            <p:txBody>
              <a:bodyPr vert="horz" wrap="square" lIns="45714" tIns="22857" rIns="45714" bIns="22857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defRPr/>
                </a:pPr>
                <a:endParaRPr lang="en-US" sz="900" kern="0">
                  <a:solidFill>
                    <a:schemeClr val="bg2">
                      <a:lumMod val="40000"/>
                      <a:lumOff val="60000"/>
                    </a:schemeClr>
                  </a:solidFill>
                  <a:cs typeface="CiscoSansTT" panose="020B0503020201020303" pitchFamily="34" charset="0"/>
                </a:endParaRPr>
              </a:p>
            </p:txBody>
          </p:sp>
          <p:sp>
            <p:nvSpPr>
              <p:cNvPr id="410" name="TextBox 409">
                <a:extLst>
                  <a:ext uri="{FF2B5EF4-FFF2-40B4-BE49-F238E27FC236}">
                    <a16:creationId xmlns:a16="http://schemas.microsoft.com/office/drawing/2014/main" id="{B53DAA1C-2674-8467-157A-68DE918C5882}"/>
                  </a:ext>
                </a:extLst>
              </p:cNvPr>
              <p:cNvSpPr txBox="1"/>
              <p:nvPr/>
            </p:nvSpPr>
            <p:spPr>
              <a:xfrm>
                <a:off x="5698463" y="3349514"/>
                <a:ext cx="821337" cy="249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en-US" sz="900" b="1" kern="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rgbClr val="FF3399">
                          <a:alpha val="24000"/>
                        </a:srgbClr>
                      </a:glow>
                    </a:effectLst>
                    <a:cs typeface="CiscoSansTT" panose="020B0503020201020303" pitchFamily="34" charset="0"/>
                  </a:rPr>
                  <a:t>22 mins</a:t>
                </a:r>
              </a:p>
            </p:txBody>
          </p:sp>
          <p:sp>
            <p:nvSpPr>
              <p:cNvPr id="411" name="Pie 84">
                <a:extLst>
                  <a:ext uri="{FF2B5EF4-FFF2-40B4-BE49-F238E27FC236}">
                    <a16:creationId xmlns:a16="http://schemas.microsoft.com/office/drawing/2014/main" id="{D2500304-F4BE-7A3B-CFB3-55AA9E4C0A43}"/>
                  </a:ext>
                </a:extLst>
              </p:cNvPr>
              <p:cNvSpPr/>
              <p:nvPr/>
            </p:nvSpPr>
            <p:spPr>
              <a:xfrm>
                <a:off x="4935313" y="2505516"/>
                <a:ext cx="2269625" cy="2269624"/>
              </a:xfrm>
              <a:prstGeom prst="arc">
                <a:avLst>
                  <a:gd name="adj1" fmla="val 10670525"/>
                  <a:gd name="adj2" fmla="val 12177383"/>
                </a:avLst>
              </a:prstGeom>
              <a:noFill/>
              <a:ln w="139700" cap="rnd" cmpd="sng" algn="ctr">
                <a:solidFill>
                  <a:srgbClr val="0F9ED5"/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US" sz="900" kern="0">
                  <a:solidFill>
                    <a:schemeClr val="bg2">
                      <a:lumMod val="40000"/>
                      <a:lumOff val="60000"/>
                    </a:schemeClr>
                  </a:solidFill>
                  <a:cs typeface="CiscoSansTT" panose="020B0503020201020303" pitchFamily="34" charset="0"/>
                </a:endParaRPr>
              </a:p>
            </p:txBody>
          </p:sp>
        </p:grpSp>
      </p:grp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834184F6-4A58-3511-E4D4-7CDB0EEC8A6F}"/>
              </a:ext>
            </a:extLst>
          </p:cNvPr>
          <p:cNvGrpSpPr/>
          <p:nvPr/>
        </p:nvGrpSpPr>
        <p:grpSpPr>
          <a:xfrm>
            <a:off x="2378383" y="1466418"/>
            <a:ext cx="769462" cy="418396"/>
            <a:chOff x="5561967" y="1527628"/>
            <a:chExt cx="769462" cy="418396"/>
          </a:xfrm>
        </p:grpSpPr>
        <p:sp>
          <p:nvSpPr>
            <p:cNvPr id="413" name="Freeform 177">
              <a:extLst>
                <a:ext uri="{FF2B5EF4-FFF2-40B4-BE49-F238E27FC236}">
                  <a16:creationId xmlns:a16="http://schemas.microsoft.com/office/drawing/2014/main" id="{16973558-0E0C-0A3F-8430-89790488BEFA}"/>
                </a:ext>
              </a:extLst>
            </p:cNvPr>
            <p:cNvSpPr/>
            <p:nvPr/>
          </p:nvSpPr>
          <p:spPr>
            <a:xfrm rot="16200000">
              <a:off x="5737500" y="1378879"/>
              <a:ext cx="418396" cy="715894"/>
            </a:xfrm>
            <a:custGeom>
              <a:avLst/>
              <a:gdLst>
                <a:gd name="connsiteX0" fmla="*/ 1363945 w 1363945"/>
                <a:gd name="connsiteY0" fmla="*/ 3121960 h 3313662"/>
                <a:gd name="connsiteX1" fmla="*/ 1363945 w 1363945"/>
                <a:gd name="connsiteY1" fmla="*/ 324014 h 3313662"/>
                <a:gd name="connsiteX2" fmla="*/ 1172243 w 1363945"/>
                <a:gd name="connsiteY2" fmla="*/ 132312 h 3313662"/>
                <a:gd name="connsiteX3" fmla="*/ 739665 w 1363945"/>
                <a:gd name="connsiteY3" fmla="*/ 132312 h 3313662"/>
                <a:gd name="connsiteX4" fmla="*/ 662923 w 1363945"/>
                <a:gd name="connsiteY4" fmla="*/ 0 h 3313662"/>
                <a:gd name="connsiteX5" fmla="*/ 586182 w 1363945"/>
                <a:gd name="connsiteY5" fmla="*/ 132312 h 3313662"/>
                <a:gd name="connsiteX6" fmla="*/ 191702 w 1363945"/>
                <a:gd name="connsiteY6" fmla="*/ 132312 h 3313662"/>
                <a:gd name="connsiteX7" fmla="*/ 0 w 1363945"/>
                <a:gd name="connsiteY7" fmla="*/ 324014 h 3313662"/>
                <a:gd name="connsiteX8" fmla="*/ 0 w 1363945"/>
                <a:gd name="connsiteY8" fmla="*/ 3121960 h 3313662"/>
                <a:gd name="connsiteX9" fmla="*/ 191702 w 1363945"/>
                <a:gd name="connsiteY9" fmla="*/ 3313662 h 3313662"/>
                <a:gd name="connsiteX10" fmla="*/ 1172243 w 1363945"/>
                <a:gd name="connsiteY10" fmla="*/ 3313662 h 3313662"/>
                <a:gd name="connsiteX11" fmla="*/ 1363945 w 1363945"/>
                <a:gd name="connsiteY11" fmla="*/ 3121960 h 3313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63945" h="3313662">
                  <a:moveTo>
                    <a:pt x="1363945" y="3121960"/>
                  </a:moveTo>
                  <a:lnTo>
                    <a:pt x="1363945" y="324014"/>
                  </a:lnTo>
                  <a:cubicBezTo>
                    <a:pt x="1363945" y="218140"/>
                    <a:pt x="1278117" y="132312"/>
                    <a:pt x="1172243" y="132312"/>
                  </a:cubicBezTo>
                  <a:lnTo>
                    <a:pt x="739665" y="132312"/>
                  </a:lnTo>
                  <a:lnTo>
                    <a:pt x="662923" y="0"/>
                  </a:lnTo>
                  <a:lnTo>
                    <a:pt x="586182" y="132312"/>
                  </a:lnTo>
                  <a:lnTo>
                    <a:pt x="191702" y="132312"/>
                  </a:lnTo>
                  <a:cubicBezTo>
                    <a:pt x="85828" y="132312"/>
                    <a:pt x="0" y="218140"/>
                    <a:pt x="0" y="324014"/>
                  </a:cubicBezTo>
                  <a:lnTo>
                    <a:pt x="0" y="3121960"/>
                  </a:lnTo>
                  <a:cubicBezTo>
                    <a:pt x="0" y="3227834"/>
                    <a:pt x="85828" y="3313662"/>
                    <a:pt x="191702" y="3313662"/>
                  </a:cubicBezTo>
                  <a:lnTo>
                    <a:pt x="1172243" y="3313662"/>
                  </a:lnTo>
                  <a:cubicBezTo>
                    <a:pt x="1278117" y="3313662"/>
                    <a:pt x="1363945" y="3227834"/>
                    <a:pt x="1363945" y="3121960"/>
                  </a:cubicBezTo>
                  <a:close/>
                </a:path>
              </a:pathLst>
            </a:custGeom>
            <a:solidFill>
              <a:srgbClr val="0F9ED5"/>
            </a:solidFill>
            <a:ln w="19050" cap="flat" cmpd="sng" algn="ctr">
              <a:noFill/>
              <a:prstDash val="solid"/>
              <a:miter lim="800000"/>
            </a:ln>
            <a:effectLst>
              <a:outerShdw blurRad="101600" dist="38100" dir="2700000" algn="tl" rotWithShape="0">
                <a:prstClr val="black">
                  <a:alpha val="25000"/>
                </a:prst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US" sz="900" kern="0">
                <a:solidFill>
                  <a:schemeClr val="bg2">
                    <a:lumMod val="40000"/>
                    <a:lumOff val="60000"/>
                  </a:schemeClr>
                </a:solidFill>
                <a:cs typeface="CiscoSansTT" panose="020B0503020201020303" pitchFamily="34" charset="0"/>
              </a:endParaRPr>
            </a:p>
          </p:txBody>
        </p:sp>
        <p:sp>
          <p:nvSpPr>
            <p:cNvPr id="414" name="TextBox 413">
              <a:extLst>
                <a:ext uri="{FF2B5EF4-FFF2-40B4-BE49-F238E27FC236}">
                  <a16:creationId xmlns:a16="http://schemas.microsoft.com/office/drawing/2014/main" id="{53FDFE19-391F-1BBC-660D-06635CD8FADD}"/>
                </a:ext>
              </a:extLst>
            </p:cNvPr>
            <p:cNvSpPr txBox="1"/>
            <p:nvPr/>
          </p:nvSpPr>
          <p:spPr>
            <a:xfrm>
              <a:off x="5565759" y="1553889"/>
              <a:ext cx="76187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en-US" sz="900" b="1" kern="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cs typeface="CiscoSansTT" panose="020B0503020201020303" pitchFamily="34" charset="0"/>
                </a:rPr>
                <a:t>&lt;4 Hrs.</a:t>
              </a:r>
            </a:p>
          </p:txBody>
        </p:sp>
        <p:sp>
          <p:nvSpPr>
            <p:cNvPr id="415" name="TextBox 414">
              <a:extLst>
                <a:ext uri="{FF2B5EF4-FFF2-40B4-BE49-F238E27FC236}">
                  <a16:creationId xmlns:a16="http://schemas.microsoft.com/office/drawing/2014/main" id="{8904236E-E5B5-EE3B-F31E-AAFDF76ED0DB}"/>
                </a:ext>
              </a:extLst>
            </p:cNvPr>
            <p:cNvSpPr txBox="1"/>
            <p:nvPr/>
          </p:nvSpPr>
          <p:spPr>
            <a:xfrm>
              <a:off x="5561967" y="1776409"/>
              <a:ext cx="769462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en-US" sz="900" b="1" kern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cs typeface="CiscoSansTT" panose="020B0503020201020303" pitchFamily="34" charset="0"/>
                </a:rPr>
                <a:t>Target</a:t>
              </a:r>
            </a:p>
          </p:txBody>
        </p:sp>
      </p:grpSp>
      <p:grpSp>
        <p:nvGrpSpPr>
          <p:cNvPr id="416" name="Group 415">
            <a:extLst>
              <a:ext uri="{FF2B5EF4-FFF2-40B4-BE49-F238E27FC236}">
                <a16:creationId xmlns:a16="http://schemas.microsoft.com/office/drawing/2014/main" id="{4A40A370-1158-D917-2CFB-6EFBCF25213B}"/>
              </a:ext>
            </a:extLst>
          </p:cNvPr>
          <p:cNvGrpSpPr/>
          <p:nvPr/>
        </p:nvGrpSpPr>
        <p:grpSpPr>
          <a:xfrm>
            <a:off x="3147060" y="1532292"/>
            <a:ext cx="1986527" cy="2104338"/>
            <a:chOff x="4930935" y="2433724"/>
            <a:chExt cx="2269625" cy="2272599"/>
          </a:xfrm>
        </p:grpSpPr>
        <p:sp>
          <p:nvSpPr>
            <p:cNvPr id="418" name="Pie 84">
              <a:extLst>
                <a:ext uri="{FF2B5EF4-FFF2-40B4-BE49-F238E27FC236}">
                  <a16:creationId xmlns:a16="http://schemas.microsoft.com/office/drawing/2014/main" id="{3CDD281F-095F-2255-D845-391CE47A11BF}"/>
                </a:ext>
              </a:extLst>
            </p:cNvPr>
            <p:cNvSpPr/>
            <p:nvPr/>
          </p:nvSpPr>
          <p:spPr>
            <a:xfrm>
              <a:off x="4930935" y="2433724"/>
              <a:ext cx="2269625" cy="2269624"/>
            </a:xfrm>
            <a:prstGeom prst="arc">
              <a:avLst>
                <a:gd name="adj1" fmla="val 10670525"/>
                <a:gd name="adj2" fmla="val 21572899"/>
              </a:avLst>
            </a:prstGeom>
            <a:noFill/>
            <a:ln w="139700" cap="rnd" cmpd="sng" algn="ctr">
              <a:solidFill>
                <a:sysClr val="windowText" lastClr="000000">
                  <a:lumMod val="75000"/>
                  <a:lumOff val="25000"/>
                </a:sysClr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sz="900" kern="0" dirty="0">
                <a:solidFill>
                  <a:schemeClr val="bg2">
                    <a:lumMod val="40000"/>
                    <a:lumOff val="60000"/>
                  </a:schemeClr>
                </a:solidFill>
                <a:cs typeface="CiscoSansTT" panose="020B0503020201020303" pitchFamily="34" charset="0"/>
              </a:endParaRPr>
            </a:p>
          </p:txBody>
        </p:sp>
        <p:grpSp>
          <p:nvGrpSpPr>
            <p:cNvPr id="419" name="Group 418">
              <a:extLst>
                <a:ext uri="{FF2B5EF4-FFF2-40B4-BE49-F238E27FC236}">
                  <a16:creationId xmlns:a16="http://schemas.microsoft.com/office/drawing/2014/main" id="{6033F054-7F62-981D-6C09-14466504CA6C}"/>
                </a:ext>
              </a:extLst>
            </p:cNvPr>
            <p:cNvGrpSpPr/>
            <p:nvPr/>
          </p:nvGrpSpPr>
          <p:grpSpPr>
            <a:xfrm>
              <a:off x="4930935" y="2436699"/>
              <a:ext cx="2269625" cy="2269624"/>
              <a:chOff x="4923541" y="2526266"/>
              <a:chExt cx="2269625" cy="2269624"/>
            </a:xfrm>
          </p:grpSpPr>
          <p:sp>
            <p:nvSpPr>
              <p:cNvPr id="421" name="Freeform 140">
                <a:extLst>
                  <a:ext uri="{FF2B5EF4-FFF2-40B4-BE49-F238E27FC236}">
                    <a16:creationId xmlns:a16="http://schemas.microsoft.com/office/drawing/2014/main" id="{67B01A93-2972-BF27-68F9-E4ADF37458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6585" y="2629426"/>
                <a:ext cx="2037879" cy="994215"/>
              </a:xfrm>
              <a:custGeom>
                <a:avLst/>
                <a:gdLst>
                  <a:gd name="connsiteX0" fmla="*/ 7388225 w 7392987"/>
                  <a:gd name="connsiteY0" fmla="*/ 3457575 h 3606800"/>
                  <a:gd name="connsiteX1" fmla="*/ 7392987 w 7392987"/>
                  <a:gd name="connsiteY1" fmla="*/ 3568700 h 3606800"/>
                  <a:gd name="connsiteX2" fmla="*/ 6611939 w 7392987"/>
                  <a:gd name="connsiteY2" fmla="*/ 3606800 h 3606800"/>
                  <a:gd name="connsiteX3" fmla="*/ 6608763 w 7392987"/>
                  <a:gd name="connsiteY3" fmla="*/ 3500438 h 3606800"/>
                  <a:gd name="connsiteX4" fmla="*/ 4763 w 7392987"/>
                  <a:gd name="connsiteY4" fmla="*/ 3457575 h 3606800"/>
                  <a:gd name="connsiteX5" fmla="*/ 784225 w 7392987"/>
                  <a:gd name="connsiteY5" fmla="*/ 3500438 h 3606800"/>
                  <a:gd name="connsiteX6" fmla="*/ 779463 w 7392987"/>
                  <a:gd name="connsiteY6" fmla="*/ 3606800 h 3606800"/>
                  <a:gd name="connsiteX7" fmla="*/ 0 w 7392987"/>
                  <a:gd name="connsiteY7" fmla="*/ 3568700 h 3606800"/>
                  <a:gd name="connsiteX8" fmla="*/ 7370763 w 7392987"/>
                  <a:gd name="connsiteY8" fmla="*/ 3267075 h 3606800"/>
                  <a:gd name="connsiteX9" fmla="*/ 7383463 w 7392987"/>
                  <a:gd name="connsiteY9" fmla="*/ 3371850 h 3606800"/>
                  <a:gd name="connsiteX10" fmla="*/ 6604001 w 7392987"/>
                  <a:gd name="connsiteY10" fmla="*/ 3452813 h 3606800"/>
                  <a:gd name="connsiteX11" fmla="*/ 6596063 w 7392987"/>
                  <a:gd name="connsiteY11" fmla="*/ 3346450 h 3606800"/>
                  <a:gd name="connsiteX12" fmla="*/ 20638 w 7392987"/>
                  <a:gd name="connsiteY12" fmla="*/ 3267075 h 3606800"/>
                  <a:gd name="connsiteX13" fmla="*/ 796926 w 7392987"/>
                  <a:gd name="connsiteY13" fmla="*/ 3346450 h 3606800"/>
                  <a:gd name="connsiteX14" fmla="*/ 788989 w 7392987"/>
                  <a:gd name="connsiteY14" fmla="*/ 3452813 h 3606800"/>
                  <a:gd name="connsiteX15" fmla="*/ 7938 w 7392987"/>
                  <a:gd name="connsiteY15" fmla="*/ 3371850 h 3606800"/>
                  <a:gd name="connsiteX16" fmla="*/ 7342187 w 7392987"/>
                  <a:gd name="connsiteY16" fmla="*/ 3070225 h 3606800"/>
                  <a:gd name="connsiteX17" fmla="*/ 7358063 w 7392987"/>
                  <a:gd name="connsiteY17" fmla="*/ 3181350 h 3606800"/>
                  <a:gd name="connsiteX18" fmla="*/ 6586539 w 7392987"/>
                  <a:gd name="connsiteY18" fmla="*/ 3305175 h 3606800"/>
                  <a:gd name="connsiteX19" fmla="*/ 6570663 w 7392987"/>
                  <a:gd name="connsiteY19" fmla="*/ 3194050 h 3606800"/>
                  <a:gd name="connsiteX20" fmla="*/ 50801 w 7392987"/>
                  <a:gd name="connsiteY20" fmla="*/ 3070225 h 3606800"/>
                  <a:gd name="connsiteX21" fmla="*/ 822326 w 7392987"/>
                  <a:gd name="connsiteY21" fmla="*/ 3194050 h 3606800"/>
                  <a:gd name="connsiteX22" fmla="*/ 804863 w 7392987"/>
                  <a:gd name="connsiteY22" fmla="*/ 3305175 h 3606800"/>
                  <a:gd name="connsiteX23" fmla="*/ 33338 w 7392987"/>
                  <a:gd name="connsiteY23" fmla="*/ 3181350 h 3606800"/>
                  <a:gd name="connsiteX24" fmla="*/ 7304087 w 7392987"/>
                  <a:gd name="connsiteY24" fmla="*/ 2884487 h 3606800"/>
                  <a:gd name="connsiteX25" fmla="*/ 7329487 w 7392987"/>
                  <a:gd name="connsiteY25" fmla="*/ 2990850 h 3606800"/>
                  <a:gd name="connsiteX26" fmla="*/ 6561137 w 7392987"/>
                  <a:gd name="connsiteY26" fmla="*/ 3151187 h 3606800"/>
                  <a:gd name="connsiteX27" fmla="*/ 6540499 w 7392987"/>
                  <a:gd name="connsiteY27" fmla="*/ 3044824 h 3606800"/>
                  <a:gd name="connsiteX28" fmla="*/ 88900 w 7392987"/>
                  <a:gd name="connsiteY28" fmla="*/ 2884487 h 3606800"/>
                  <a:gd name="connsiteX29" fmla="*/ 852488 w 7392987"/>
                  <a:gd name="connsiteY29" fmla="*/ 3044824 h 3606800"/>
                  <a:gd name="connsiteX30" fmla="*/ 830263 w 7392987"/>
                  <a:gd name="connsiteY30" fmla="*/ 3151187 h 3606800"/>
                  <a:gd name="connsiteX31" fmla="*/ 63500 w 7392987"/>
                  <a:gd name="connsiteY31" fmla="*/ 2990850 h 3606800"/>
                  <a:gd name="connsiteX32" fmla="*/ 7256463 w 7392987"/>
                  <a:gd name="connsiteY32" fmla="*/ 2692400 h 3606800"/>
                  <a:gd name="connsiteX33" fmla="*/ 7286625 w 7392987"/>
                  <a:gd name="connsiteY33" fmla="*/ 2798762 h 3606800"/>
                  <a:gd name="connsiteX34" fmla="*/ 6527799 w 7392987"/>
                  <a:gd name="connsiteY34" fmla="*/ 3003550 h 3606800"/>
                  <a:gd name="connsiteX35" fmla="*/ 6502399 w 7392987"/>
                  <a:gd name="connsiteY35" fmla="*/ 2897188 h 3606800"/>
                  <a:gd name="connsiteX36" fmla="*/ 134938 w 7392987"/>
                  <a:gd name="connsiteY36" fmla="*/ 2692400 h 3606800"/>
                  <a:gd name="connsiteX37" fmla="*/ 890588 w 7392987"/>
                  <a:gd name="connsiteY37" fmla="*/ 2897188 h 3606800"/>
                  <a:gd name="connsiteX38" fmla="*/ 865188 w 7392987"/>
                  <a:gd name="connsiteY38" fmla="*/ 3003550 h 3606800"/>
                  <a:gd name="connsiteX39" fmla="*/ 106363 w 7392987"/>
                  <a:gd name="connsiteY39" fmla="*/ 2798762 h 3606800"/>
                  <a:gd name="connsiteX40" fmla="*/ 7197725 w 7392987"/>
                  <a:gd name="connsiteY40" fmla="*/ 2509837 h 3606800"/>
                  <a:gd name="connsiteX41" fmla="*/ 7231063 w 7392987"/>
                  <a:gd name="connsiteY41" fmla="*/ 2611437 h 3606800"/>
                  <a:gd name="connsiteX42" fmla="*/ 6489701 w 7392987"/>
                  <a:gd name="connsiteY42" fmla="*/ 2854325 h 3606800"/>
                  <a:gd name="connsiteX43" fmla="*/ 6454775 w 7392987"/>
                  <a:gd name="connsiteY43" fmla="*/ 2752725 h 3606800"/>
                  <a:gd name="connsiteX44" fmla="*/ 195263 w 7392987"/>
                  <a:gd name="connsiteY44" fmla="*/ 2509837 h 3606800"/>
                  <a:gd name="connsiteX45" fmla="*/ 936626 w 7392987"/>
                  <a:gd name="connsiteY45" fmla="*/ 2752725 h 3606800"/>
                  <a:gd name="connsiteX46" fmla="*/ 903289 w 7392987"/>
                  <a:gd name="connsiteY46" fmla="*/ 2854325 h 3606800"/>
                  <a:gd name="connsiteX47" fmla="*/ 160338 w 7392987"/>
                  <a:gd name="connsiteY47" fmla="*/ 2611437 h 3606800"/>
                  <a:gd name="connsiteX48" fmla="*/ 7129463 w 7392987"/>
                  <a:gd name="connsiteY48" fmla="*/ 2327275 h 3606800"/>
                  <a:gd name="connsiteX49" fmla="*/ 7172325 w 7392987"/>
                  <a:gd name="connsiteY49" fmla="*/ 2428875 h 3606800"/>
                  <a:gd name="connsiteX50" fmla="*/ 6438899 w 7392987"/>
                  <a:gd name="connsiteY50" fmla="*/ 2709863 h 3606800"/>
                  <a:gd name="connsiteX51" fmla="*/ 6400799 w 7392987"/>
                  <a:gd name="connsiteY51" fmla="*/ 2608263 h 3606800"/>
                  <a:gd name="connsiteX52" fmla="*/ 261938 w 7392987"/>
                  <a:gd name="connsiteY52" fmla="*/ 2327275 h 3606800"/>
                  <a:gd name="connsiteX53" fmla="*/ 992188 w 7392987"/>
                  <a:gd name="connsiteY53" fmla="*/ 2608263 h 3606800"/>
                  <a:gd name="connsiteX54" fmla="*/ 954088 w 7392987"/>
                  <a:gd name="connsiteY54" fmla="*/ 2709863 h 3606800"/>
                  <a:gd name="connsiteX55" fmla="*/ 220663 w 7392987"/>
                  <a:gd name="connsiteY55" fmla="*/ 2428875 h 3606800"/>
                  <a:gd name="connsiteX56" fmla="*/ 7053263 w 7392987"/>
                  <a:gd name="connsiteY56" fmla="*/ 2149475 h 3606800"/>
                  <a:gd name="connsiteX57" fmla="*/ 7099299 w 7392987"/>
                  <a:gd name="connsiteY57" fmla="*/ 2246312 h 3606800"/>
                  <a:gd name="connsiteX58" fmla="*/ 6383337 w 7392987"/>
                  <a:gd name="connsiteY58" fmla="*/ 2565400 h 3606800"/>
                  <a:gd name="connsiteX59" fmla="*/ 6340475 w 7392987"/>
                  <a:gd name="connsiteY59" fmla="*/ 2468562 h 3606800"/>
                  <a:gd name="connsiteX60" fmla="*/ 338137 w 7392987"/>
                  <a:gd name="connsiteY60" fmla="*/ 2149475 h 3606800"/>
                  <a:gd name="connsiteX61" fmla="*/ 1050925 w 7392987"/>
                  <a:gd name="connsiteY61" fmla="*/ 2468562 h 3606800"/>
                  <a:gd name="connsiteX62" fmla="*/ 1008063 w 7392987"/>
                  <a:gd name="connsiteY62" fmla="*/ 2565400 h 3606800"/>
                  <a:gd name="connsiteX63" fmla="*/ 292100 w 7392987"/>
                  <a:gd name="connsiteY63" fmla="*/ 2246312 h 3606800"/>
                  <a:gd name="connsiteX64" fmla="*/ 6969125 w 7392987"/>
                  <a:gd name="connsiteY64" fmla="*/ 1974850 h 3606800"/>
                  <a:gd name="connsiteX65" fmla="*/ 7019925 w 7392987"/>
                  <a:gd name="connsiteY65" fmla="*/ 2073275 h 3606800"/>
                  <a:gd name="connsiteX66" fmla="*/ 6319837 w 7392987"/>
                  <a:gd name="connsiteY66" fmla="*/ 2425700 h 3606800"/>
                  <a:gd name="connsiteX67" fmla="*/ 6273799 w 7392987"/>
                  <a:gd name="connsiteY67" fmla="*/ 2332038 h 3606800"/>
                  <a:gd name="connsiteX68" fmla="*/ 423863 w 7392987"/>
                  <a:gd name="connsiteY68" fmla="*/ 1974850 h 3606800"/>
                  <a:gd name="connsiteX69" fmla="*/ 1119188 w 7392987"/>
                  <a:gd name="connsiteY69" fmla="*/ 2332038 h 3606800"/>
                  <a:gd name="connsiteX70" fmla="*/ 1071563 w 7392987"/>
                  <a:gd name="connsiteY70" fmla="*/ 2425700 h 3606800"/>
                  <a:gd name="connsiteX71" fmla="*/ 373063 w 7392987"/>
                  <a:gd name="connsiteY71" fmla="*/ 2073275 h 3606800"/>
                  <a:gd name="connsiteX72" fmla="*/ 6875463 w 7392987"/>
                  <a:gd name="connsiteY72" fmla="*/ 1804987 h 3606800"/>
                  <a:gd name="connsiteX73" fmla="*/ 6926263 w 7392987"/>
                  <a:gd name="connsiteY73" fmla="*/ 1898650 h 3606800"/>
                  <a:gd name="connsiteX74" fmla="*/ 6251575 w 7392987"/>
                  <a:gd name="connsiteY74" fmla="*/ 2289175 h 3606800"/>
                  <a:gd name="connsiteX75" fmla="*/ 6197599 w 7392987"/>
                  <a:gd name="connsiteY75" fmla="*/ 2195512 h 3606800"/>
                  <a:gd name="connsiteX76" fmla="*/ 517525 w 7392987"/>
                  <a:gd name="connsiteY76" fmla="*/ 1804987 h 3606800"/>
                  <a:gd name="connsiteX77" fmla="*/ 1195388 w 7392987"/>
                  <a:gd name="connsiteY77" fmla="*/ 2195512 h 3606800"/>
                  <a:gd name="connsiteX78" fmla="*/ 1139825 w 7392987"/>
                  <a:gd name="connsiteY78" fmla="*/ 2289175 h 3606800"/>
                  <a:gd name="connsiteX79" fmla="*/ 466725 w 7392987"/>
                  <a:gd name="connsiteY79" fmla="*/ 1898650 h 3606800"/>
                  <a:gd name="connsiteX80" fmla="*/ 6769101 w 7392987"/>
                  <a:gd name="connsiteY80" fmla="*/ 1639887 h 3606800"/>
                  <a:gd name="connsiteX81" fmla="*/ 6827839 w 7392987"/>
                  <a:gd name="connsiteY81" fmla="*/ 1733550 h 3606800"/>
                  <a:gd name="connsiteX82" fmla="*/ 6175375 w 7392987"/>
                  <a:gd name="connsiteY82" fmla="*/ 2157412 h 3606800"/>
                  <a:gd name="connsiteX83" fmla="*/ 6116639 w 7392987"/>
                  <a:gd name="connsiteY83" fmla="*/ 2068512 h 3606800"/>
                  <a:gd name="connsiteX84" fmla="*/ 622301 w 7392987"/>
                  <a:gd name="connsiteY84" fmla="*/ 1639887 h 3606800"/>
                  <a:gd name="connsiteX85" fmla="*/ 1276351 w 7392987"/>
                  <a:gd name="connsiteY85" fmla="*/ 2068512 h 3606800"/>
                  <a:gd name="connsiteX86" fmla="*/ 1216026 w 7392987"/>
                  <a:gd name="connsiteY86" fmla="*/ 2157412 h 3606800"/>
                  <a:gd name="connsiteX87" fmla="*/ 563563 w 7392987"/>
                  <a:gd name="connsiteY87" fmla="*/ 1733550 h 3606800"/>
                  <a:gd name="connsiteX88" fmla="*/ 6659563 w 7392987"/>
                  <a:gd name="connsiteY88" fmla="*/ 1482725 h 3606800"/>
                  <a:gd name="connsiteX89" fmla="*/ 6723063 w 7392987"/>
                  <a:gd name="connsiteY89" fmla="*/ 1571625 h 3606800"/>
                  <a:gd name="connsiteX90" fmla="*/ 6091238 w 7392987"/>
                  <a:gd name="connsiteY90" fmla="*/ 2030413 h 3606800"/>
                  <a:gd name="connsiteX91" fmla="*/ 6027738 w 7392987"/>
                  <a:gd name="connsiteY91" fmla="*/ 1944688 h 3606800"/>
                  <a:gd name="connsiteX92" fmla="*/ 733425 w 7392987"/>
                  <a:gd name="connsiteY92" fmla="*/ 1482725 h 3606800"/>
                  <a:gd name="connsiteX93" fmla="*/ 1365250 w 7392987"/>
                  <a:gd name="connsiteY93" fmla="*/ 1944688 h 3606800"/>
                  <a:gd name="connsiteX94" fmla="*/ 1301750 w 7392987"/>
                  <a:gd name="connsiteY94" fmla="*/ 2030413 h 3606800"/>
                  <a:gd name="connsiteX95" fmla="*/ 669925 w 7392987"/>
                  <a:gd name="connsiteY95" fmla="*/ 1571625 h 3606800"/>
                  <a:gd name="connsiteX96" fmla="*/ 6535739 w 7392987"/>
                  <a:gd name="connsiteY96" fmla="*/ 1328737 h 3606800"/>
                  <a:gd name="connsiteX97" fmla="*/ 6604001 w 7392987"/>
                  <a:gd name="connsiteY97" fmla="*/ 1414462 h 3606800"/>
                  <a:gd name="connsiteX98" fmla="*/ 5997576 w 7392987"/>
                  <a:gd name="connsiteY98" fmla="*/ 1906587 h 3606800"/>
                  <a:gd name="connsiteX99" fmla="*/ 5929313 w 7392987"/>
                  <a:gd name="connsiteY99" fmla="*/ 1822450 h 3606800"/>
                  <a:gd name="connsiteX100" fmla="*/ 855663 w 7392987"/>
                  <a:gd name="connsiteY100" fmla="*/ 1328737 h 3606800"/>
                  <a:gd name="connsiteX101" fmla="*/ 1462088 w 7392987"/>
                  <a:gd name="connsiteY101" fmla="*/ 1822450 h 3606800"/>
                  <a:gd name="connsiteX102" fmla="*/ 1393825 w 7392987"/>
                  <a:gd name="connsiteY102" fmla="*/ 1906587 h 3606800"/>
                  <a:gd name="connsiteX103" fmla="*/ 788988 w 7392987"/>
                  <a:gd name="connsiteY103" fmla="*/ 1414462 h 3606800"/>
                  <a:gd name="connsiteX104" fmla="*/ 6408739 w 7392987"/>
                  <a:gd name="connsiteY104" fmla="*/ 1184275 h 3606800"/>
                  <a:gd name="connsiteX105" fmla="*/ 6481763 w 7392987"/>
                  <a:gd name="connsiteY105" fmla="*/ 1265238 h 3606800"/>
                  <a:gd name="connsiteX106" fmla="*/ 5900738 w 7392987"/>
                  <a:gd name="connsiteY106" fmla="*/ 1787525 h 3606800"/>
                  <a:gd name="connsiteX107" fmla="*/ 5827713 w 7392987"/>
                  <a:gd name="connsiteY107" fmla="*/ 1706562 h 3606800"/>
                  <a:gd name="connsiteX108" fmla="*/ 982663 w 7392987"/>
                  <a:gd name="connsiteY108" fmla="*/ 1184275 h 3606800"/>
                  <a:gd name="connsiteX109" fmla="*/ 1563688 w 7392987"/>
                  <a:gd name="connsiteY109" fmla="*/ 1706562 h 3606800"/>
                  <a:gd name="connsiteX110" fmla="*/ 1492250 w 7392987"/>
                  <a:gd name="connsiteY110" fmla="*/ 1787525 h 3606800"/>
                  <a:gd name="connsiteX111" fmla="*/ 911225 w 7392987"/>
                  <a:gd name="connsiteY111" fmla="*/ 1265238 h 3606800"/>
                  <a:gd name="connsiteX112" fmla="*/ 6273801 w 7392987"/>
                  <a:gd name="connsiteY112" fmla="*/ 1044575 h 3606800"/>
                  <a:gd name="connsiteX113" fmla="*/ 6350001 w 7392987"/>
                  <a:gd name="connsiteY113" fmla="*/ 1120775 h 3606800"/>
                  <a:gd name="connsiteX114" fmla="*/ 5799138 w 7392987"/>
                  <a:gd name="connsiteY114" fmla="*/ 1677988 h 3606800"/>
                  <a:gd name="connsiteX115" fmla="*/ 5722938 w 7392987"/>
                  <a:gd name="connsiteY115" fmla="*/ 1601788 h 3606800"/>
                  <a:gd name="connsiteX116" fmla="*/ 1119188 w 7392987"/>
                  <a:gd name="connsiteY116" fmla="*/ 1044575 h 3606800"/>
                  <a:gd name="connsiteX117" fmla="*/ 1670051 w 7392987"/>
                  <a:gd name="connsiteY117" fmla="*/ 1601788 h 3606800"/>
                  <a:gd name="connsiteX118" fmla="*/ 1593851 w 7392987"/>
                  <a:gd name="connsiteY118" fmla="*/ 1677988 h 3606800"/>
                  <a:gd name="connsiteX119" fmla="*/ 1042988 w 7392987"/>
                  <a:gd name="connsiteY119" fmla="*/ 1120775 h 3606800"/>
                  <a:gd name="connsiteX120" fmla="*/ 6134099 w 7392987"/>
                  <a:gd name="connsiteY120" fmla="*/ 912812 h 3606800"/>
                  <a:gd name="connsiteX121" fmla="*/ 6213475 w 7392987"/>
                  <a:gd name="connsiteY121" fmla="*/ 985837 h 3606800"/>
                  <a:gd name="connsiteX122" fmla="*/ 5688013 w 7392987"/>
                  <a:gd name="connsiteY122" fmla="*/ 1566862 h 3606800"/>
                  <a:gd name="connsiteX123" fmla="*/ 5607050 w 7392987"/>
                  <a:gd name="connsiteY123" fmla="*/ 1495424 h 3606800"/>
                  <a:gd name="connsiteX124" fmla="*/ 1258887 w 7392987"/>
                  <a:gd name="connsiteY124" fmla="*/ 912812 h 3606800"/>
                  <a:gd name="connsiteX125" fmla="*/ 1784350 w 7392987"/>
                  <a:gd name="connsiteY125" fmla="*/ 1495424 h 3606800"/>
                  <a:gd name="connsiteX126" fmla="*/ 1703387 w 7392987"/>
                  <a:gd name="connsiteY126" fmla="*/ 1566862 h 3606800"/>
                  <a:gd name="connsiteX127" fmla="*/ 1177925 w 7392987"/>
                  <a:gd name="connsiteY127" fmla="*/ 985837 h 3606800"/>
                  <a:gd name="connsiteX128" fmla="*/ 5980113 w 7392987"/>
                  <a:gd name="connsiteY128" fmla="*/ 788987 h 3606800"/>
                  <a:gd name="connsiteX129" fmla="*/ 6065838 w 7392987"/>
                  <a:gd name="connsiteY129" fmla="*/ 857250 h 3606800"/>
                  <a:gd name="connsiteX130" fmla="*/ 5573713 w 7392987"/>
                  <a:gd name="connsiteY130" fmla="*/ 1470025 h 3606800"/>
                  <a:gd name="connsiteX131" fmla="*/ 5489575 w 7392987"/>
                  <a:gd name="connsiteY131" fmla="*/ 1397000 h 3606800"/>
                  <a:gd name="connsiteX132" fmla="*/ 1411288 w 7392987"/>
                  <a:gd name="connsiteY132" fmla="*/ 788987 h 3606800"/>
                  <a:gd name="connsiteX133" fmla="*/ 1903413 w 7392987"/>
                  <a:gd name="connsiteY133" fmla="*/ 1397000 h 3606800"/>
                  <a:gd name="connsiteX134" fmla="*/ 1817688 w 7392987"/>
                  <a:gd name="connsiteY134" fmla="*/ 1470025 h 3606800"/>
                  <a:gd name="connsiteX135" fmla="*/ 1327150 w 7392987"/>
                  <a:gd name="connsiteY135" fmla="*/ 857250 h 3606800"/>
                  <a:gd name="connsiteX136" fmla="*/ 5827713 w 7392987"/>
                  <a:gd name="connsiteY136" fmla="*/ 674687 h 3606800"/>
                  <a:gd name="connsiteX137" fmla="*/ 5913438 w 7392987"/>
                  <a:gd name="connsiteY137" fmla="*/ 738187 h 3606800"/>
                  <a:gd name="connsiteX138" fmla="*/ 5454650 w 7392987"/>
                  <a:gd name="connsiteY138" fmla="*/ 1371600 h 3606800"/>
                  <a:gd name="connsiteX139" fmla="*/ 5365750 w 7392987"/>
                  <a:gd name="connsiteY139" fmla="*/ 1308100 h 3606800"/>
                  <a:gd name="connsiteX140" fmla="*/ 1563687 w 7392987"/>
                  <a:gd name="connsiteY140" fmla="*/ 674687 h 3606800"/>
                  <a:gd name="connsiteX141" fmla="*/ 2025650 w 7392987"/>
                  <a:gd name="connsiteY141" fmla="*/ 1308100 h 3606800"/>
                  <a:gd name="connsiteX142" fmla="*/ 1936750 w 7392987"/>
                  <a:gd name="connsiteY142" fmla="*/ 1371600 h 3606800"/>
                  <a:gd name="connsiteX143" fmla="*/ 1479550 w 7392987"/>
                  <a:gd name="connsiteY143" fmla="*/ 738187 h 3606800"/>
                  <a:gd name="connsiteX144" fmla="*/ 5667375 w 7392987"/>
                  <a:gd name="connsiteY144" fmla="*/ 568325 h 3606800"/>
                  <a:gd name="connsiteX145" fmla="*/ 5756275 w 7392987"/>
                  <a:gd name="connsiteY145" fmla="*/ 623888 h 3606800"/>
                  <a:gd name="connsiteX146" fmla="*/ 5332413 w 7392987"/>
                  <a:gd name="connsiteY146" fmla="*/ 1282700 h 3606800"/>
                  <a:gd name="connsiteX147" fmla="*/ 5238750 w 7392987"/>
                  <a:gd name="connsiteY147" fmla="*/ 1222375 h 3606800"/>
                  <a:gd name="connsiteX148" fmla="*/ 1725613 w 7392987"/>
                  <a:gd name="connsiteY148" fmla="*/ 568325 h 3606800"/>
                  <a:gd name="connsiteX149" fmla="*/ 2152651 w 7392987"/>
                  <a:gd name="connsiteY149" fmla="*/ 1222375 h 3606800"/>
                  <a:gd name="connsiteX150" fmla="*/ 2060576 w 7392987"/>
                  <a:gd name="connsiteY150" fmla="*/ 1282700 h 3606800"/>
                  <a:gd name="connsiteX151" fmla="*/ 1636713 w 7392987"/>
                  <a:gd name="connsiteY151" fmla="*/ 623888 h 3606800"/>
                  <a:gd name="connsiteX152" fmla="*/ 5497513 w 7392987"/>
                  <a:gd name="connsiteY152" fmla="*/ 466725 h 3606800"/>
                  <a:gd name="connsiteX153" fmla="*/ 5594351 w 7392987"/>
                  <a:gd name="connsiteY153" fmla="*/ 522288 h 3606800"/>
                  <a:gd name="connsiteX154" fmla="*/ 5200651 w 7392987"/>
                  <a:gd name="connsiteY154" fmla="*/ 1201738 h 3606800"/>
                  <a:gd name="connsiteX155" fmla="*/ 5106988 w 7392987"/>
                  <a:gd name="connsiteY155" fmla="*/ 1146175 h 3606800"/>
                  <a:gd name="connsiteX156" fmla="*/ 1893888 w 7392987"/>
                  <a:gd name="connsiteY156" fmla="*/ 466725 h 3606800"/>
                  <a:gd name="connsiteX157" fmla="*/ 2284413 w 7392987"/>
                  <a:gd name="connsiteY157" fmla="*/ 1146175 h 3606800"/>
                  <a:gd name="connsiteX158" fmla="*/ 2190750 w 7392987"/>
                  <a:gd name="connsiteY158" fmla="*/ 1201738 h 3606800"/>
                  <a:gd name="connsiteX159" fmla="*/ 1797050 w 7392987"/>
                  <a:gd name="connsiteY159" fmla="*/ 522288 h 3606800"/>
                  <a:gd name="connsiteX160" fmla="*/ 5327650 w 7392987"/>
                  <a:gd name="connsiteY160" fmla="*/ 377825 h 3606800"/>
                  <a:gd name="connsiteX161" fmla="*/ 5426075 w 7392987"/>
                  <a:gd name="connsiteY161" fmla="*/ 428625 h 3606800"/>
                  <a:gd name="connsiteX162" fmla="*/ 5068887 w 7392987"/>
                  <a:gd name="connsiteY162" fmla="*/ 1125538 h 3606800"/>
                  <a:gd name="connsiteX163" fmla="*/ 4972050 w 7392987"/>
                  <a:gd name="connsiteY163" fmla="*/ 1074738 h 3606800"/>
                  <a:gd name="connsiteX164" fmla="*/ 2063751 w 7392987"/>
                  <a:gd name="connsiteY164" fmla="*/ 377825 h 3606800"/>
                  <a:gd name="connsiteX165" fmla="*/ 2420938 w 7392987"/>
                  <a:gd name="connsiteY165" fmla="*/ 1074738 h 3606800"/>
                  <a:gd name="connsiteX166" fmla="*/ 2322513 w 7392987"/>
                  <a:gd name="connsiteY166" fmla="*/ 1125538 h 3606800"/>
                  <a:gd name="connsiteX167" fmla="*/ 1966913 w 7392987"/>
                  <a:gd name="connsiteY167" fmla="*/ 428625 h 3606800"/>
                  <a:gd name="connsiteX168" fmla="*/ 5149850 w 7392987"/>
                  <a:gd name="connsiteY168" fmla="*/ 296862 h 3606800"/>
                  <a:gd name="connsiteX169" fmla="*/ 5251450 w 7392987"/>
                  <a:gd name="connsiteY169" fmla="*/ 339725 h 3606800"/>
                  <a:gd name="connsiteX170" fmla="*/ 4933950 w 7392987"/>
                  <a:gd name="connsiteY170" fmla="*/ 1057275 h 3606800"/>
                  <a:gd name="connsiteX171" fmla="*/ 4832350 w 7392987"/>
                  <a:gd name="connsiteY171" fmla="*/ 1011238 h 3606800"/>
                  <a:gd name="connsiteX172" fmla="*/ 2241550 w 7392987"/>
                  <a:gd name="connsiteY172" fmla="*/ 296862 h 3606800"/>
                  <a:gd name="connsiteX173" fmla="*/ 2560638 w 7392987"/>
                  <a:gd name="connsiteY173" fmla="*/ 1011238 h 3606800"/>
                  <a:gd name="connsiteX174" fmla="*/ 2459038 w 7392987"/>
                  <a:gd name="connsiteY174" fmla="*/ 1057275 h 3606800"/>
                  <a:gd name="connsiteX175" fmla="*/ 2139950 w 7392987"/>
                  <a:gd name="connsiteY175" fmla="*/ 339725 h 3606800"/>
                  <a:gd name="connsiteX176" fmla="*/ 4972050 w 7392987"/>
                  <a:gd name="connsiteY176" fmla="*/ 225425 h 3606800"/>
                  <a:gd name="connsiteX177" fmla="*/ 5073650 w 7392987"/>
                  <a:gd name="connsiteY177" fmla="*/ 263525 h 3606800"/>
                  <a:gd name="connsiteX178" fmla="*/ 4794250 w 7392987"/>
                  <a:gd name="connsiteY178" fmla="*/ 993775 h 3606800"/>
                  <a:gd name="connsiteX179" fmla="*/ 4692650 w 7392987"/>
                  <a:gd name="connsiteY179" fmla="*/ 955675 h 3606800"/>
                  <a:gd name="connsiteX180" fmla="*/ 2420938 w 7392987"/>
                  <a:gd name="connsiteY180" fmla="*/ 225425 h 3606800"/>
                  <a:gd name="connsiteX181" fmla="*/ 2700338 w 7392987"/>
                  <a:gd name="connsiteY181" fmla="*/ 955675 h 3606800"/>
                  <a:gd name="connsiteX182" fmla="*/ 2598738 w 7392987"/>
                  <a:gd name="connsiteY182" fmla="*/ 993775 h 3606800"/>
                  <a:gd name="connsiteX183" fmla="*/ 2317750 w 7392987"/>
                  <a:gd name="connsiteY183" fmla="*/ 263525 h 3606800"/>
                  <a:gd name="connsiteX184" fmla="*/ 4789488 w 7392987"/>
                  <a:gd name="connsiteY184" fmla="*/ 160337 h 3606800"/>
                  <a:gd name="connsiteX185" fmla="*/ 4891088 w 7392987"/>
                  <a:gd name="connsiteY185" fmla="*/ 195262 h 3606800"/>
                  <a:gd name="connsiteX186" fmla="*/ 4649788 w 7392987"/>
                  <a:gd name="connsiteY186" fmla="*/ 942975 h 3606800"/>
                  <a:gd name="connsiteX187" fmla="*/ 4548188 w 7392987"/>
                  <a:gd name="connsiteY187" fmla="*/ 908050 h 3606800"/>
                  <a:gd name="connsiteX188" fmla="*/ 2601913 w 7392987"/>
                  <a:gd name="connsiteY188" fmla="*/ 160337 h 3606800"/>
                  <a:gd name="connsiteX189" fmla="*/ 2844801 w 7392987"/>
                  <a:gd name="connsiteY189" fmla="*/ 908050 h 3606800"/>
                  <a:gd name="connsiteX190" fmla="*/ 2741613 w 7392987"/>
                  <a:gd name="connsiteY190" fmla="*/ 942975 h 3606800"/>
                  <a:gd name="connsiteX191" fmla="*/ 2500313 w 7392987"/>
                  <a:gd name="connsiteY191" fmla="*/ 195262 h 3606800"/>
                  <a:gd name="connsiteX192" fmla="*/ 4603751 w 7392987"/>
                  <a:gd name="connsiteY192" fmla="*/ 109537 h 3606800"/>
                  <a:gd name="connsiteX193" fmla="*/ 4705351 w 7392987"/>
                  <a:gd name="connsiteY193" fmla="*/ 139700 h 3606800"/>
                  <a:gd name="connsiteX194" fmla="*/ 4505326 w 7392987"/>
                  <a:gd name="connsiteY194" fmla="*/ 895350 h 3606800"/>
                  <a:gd name="connsiteX195" fmla="*/ 4398963 w 7392987"/>
                  <a:gd name="connsiteY195" fmla="*/ 866775 h 3606800"/>
                  <a:gd name="connsiteX196" fmla="*/ 2789238 w 7392987"/>
                  <a:gd name="connsiteY196" fmla="*/ 109537 h 3606800"/>
                  <a:gd name="connsiteX197" fmla="*/ 2992438 w 7392987"/>
                  <a:gd name="connsiteY197" fmla="*/ 866775 h 3606800"/>
                  <a:gd name="connsiteX198" fmla="*/ 2886075 w 7392987"/>
                  <a:gd name="connsiteY198" fmla="*/ 895350 h 3606800"/>
                  <a:gd name="connsiteX199" fmla="*/ 2687638 w 7392987"/>
                  <a:gd name="connsiteY199" fmla="*/ 139700 h 3606800"/>
                  <a:gd name="connsiteX200" fmla="*/ 4411663 w 7392987"/>
                  <a:gd name="connsiteY200" fmla="*/ 68262 h 3606800"/>
                  <a:gd name="connsiteX201" fmla="*/ 4518025 w 7392987"/>
                  <a:gd name="connsiteY201" fmla="*/ 88900 h 3606800"/>
                  <a:gd name="connsiteX202" fmla="*/ 4357687 w 7392987"/>
                  <a:gd name="connsiteY202" fmla="*/ 857250 h 3606800"/>
                  <a:gd name="connsiteX203" fmla="*/ 4251325 w 7392987"/>
                  <a:gd name="connsiteY203" fmla="*/ 831850 h 3606800"/>
                  <a:gd name="connsiteX204" fmla="*/ 2979737 w 7392987"/>
                  <a:gd name="connsiteY204" fmla="*/ 68262 h 3606800"/>
                  <a:gd name="connsiteX205" fmla="*/ 3140075 w 7392987"/>
                  <a:gd name="connsiteY205" fmla="*/ 831850 h 3606800"/>
                  <a:gd name="connsiteX206" fmla="*/ 3035300 w 7392987"/>
                  <a:gd name="connsiteY206" fmla="*/ 857250 h 3606800"/>
                  <a:gd name="connsiteX207" fmla="*/ 2873375 w 7392987"/>
                  <a:gd name="connsiteY207" fmla="*/ 88900 h 3606800"/>
                  <a:gd name="connsiteX208" fmla="*/ 4221163 w 7392987"/>
                  <a:gd name="connsiteY208" fmla="*/ 33337 h 3606800"/>
                  <a:gd name="connsiteX209" fmla="*/ 4327525 w 7392987"/>
                  <a:gd name="connsiteY209" fmla="*/ 50800 h 3606800"/>
                  <a:gd name="connsiteX210" fmla="*/ 4205287 w 7392987"/>
                  <a:gd name="connsiteY210" fmla="*/ 823912 h 3606800"/>
                  <a:gd name="connsiteX211" fmla="*/ 4098925 w 7392987"/>
                  <a:gd name="connsiteY211" fmla="*/ 806450 h 3606800"/>
                  <a:gd name="connsiteX212" fmla="*/ 3170238 w 7392987"/>
                  <a:gd name="connsiteY212" fmla="*/ 33337 h 3606800"/>
                  <a:gd name="connsiteX213" fmla="*/ 3294063 w 7392987"/>
                  <a:gd name="connsiteY213" fmla="*/ 806450 h 3606800"/>
                  <a:gd name="connsiteX214" fmla="*/ 3187700 w 7392987"/>
                  <a:gd name="connsiteY214" fmla="*/ 823912 h 3606800"/>
                  <a:gd name="connsiteX215" fmla="*/ 3063875 w 7392987"/>
                  <a:gd name="connsiteY215" fmla="*/ 50800 h 3606800"/>
                  <a:gd name="connsiteX216" fmla="*/ 4030663 w 7392987"/>
                  <a:gd name="connsiteY216" fmla="*/ 12700 h 3606800"/>
                  <a:gd name="connsiteX217" fmla="*/ 4137025 w 7392987"/>
                  <a:gd name="connsiteY217" fmla="*/ 25400 h 3606800"/>
                  <a:gd name="connsiteX218" fmla="*/ 4056063 w 7392987"/>
                  <a:gd name="connsiteY218" fmla="*/ 803275 h 3606800"/>
                  <a:gd name="connsiteX219" fmla="*/ 3946525 w 7392987"/>
                  <a:gd name="connsiteY219" fmla="*/ 788988 h 3606800"/>
                  <a:gd name="connsiteX220" fmla="*/ 3360738 w 7392987"/>
                  <a:gd name="connsiteY220" fmla="*/ 12700 h 3606800"/>
                  <a:gd name="connsiteX221" fmla="*/ 3446463 w 7392987"/>
                  <a:gd name="connsiteY221" fmla="*/ 788988 h 3606800"/>
                  <a:gd name="connsiteX222" fmla="*/ 3335338 w 7392987"/>
                  <a:gd name="connsiteY222" fmla="*/ 803275 h 3606800"/>
                  <a:gd name="connsiteX223" fmla="*/ 3255963 w 7392987"/>
                  <a:gd name="connsiteY223" fmla="*/ 25400 h 3606800"/>
                  <a:gd name="connsiteX224" fmla="*/ 3835400 w 7392987"/>
                  <a:gd name="connsiteY224" fmla="*/ 0 h 3606800"/>
                  <a:gd name="connsiteX225" fmla="*/ 3941763 w 7392987"/>
                  <a:gd name="connsiteY225" fmla="*/ 7938 h 3606800"/>
                  <a:gd name="connsiteX226" fmla="*/ 3903663 w 7392987"/>
                  <a:gd name="connsiteY226" fmla="*/ 788988 h 3606800"/>
                  <a:gd name="connsiteX227" fmla="*/ 3794125 w 7392987"/>
                  <a:gd name="connsiteY227" fmla="*/ 781050 h 3606800"/>
                  <a:gd name="connsiteX228" fmla="*/ 3641725 w 7392987"/>
                  <a:gd name="connsiteY228" fmla="*/ 0 h 3606800"/>
                  <a:gd name="connsiteX229" fmla="*/ 3751263 w 7392987"/>
                  <a:gd name="connsiteY229" fmla="*/ 0 h 3606800"/>
                  <a:gd name="connsiteX230" fmla="*/ 3751263 w 7392987"/>
                  <a:gd name="connsiteY230" fmla="*/ 781050 h 3606800"/>
                  <a:gd name="connsiteX231" fmla="*/ 3641725 w 7392987"/>
                  <a:gd name="connsiteY231" fmla="*/ 781050 h 3606800"/>
                  <a:gd name="connsiteX232" fmla="*/ 3556001 w 7392987"/>
                  <a:gd name="connsiteY232" fmla="*/ 0 h 3606800"/>
                  <a:gd name="connsiteX233" fmla="*/ 3598863 w 7392987"/>
                  <a:gd name="connsiteY233" fmla="*/ 781050 h 3606800"/>
                  <a:gd name="connsiteX234" fmla="*/ 3487738 w 7392987"/>
                  <a:gd name="connsiteY234" fmla="*/ 788988 h 3606800"/>
                  <a:gd name="connsiteX235" fmla="*/ 3449638 w 7392987"/>
                  <a:gd name="connsiteY235" fmla="*/ 7938 h 360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</a:cxnLst>
                <a:rect l="l" t="t" r="r" b="b"/>
                <a:pathLst>
                  <a:path w="7392987" h="3606800">
                    <a:moveTo>
                      <a:pt x="7388225" y="3457575"/>
                    </a:moveTo>
                    <a:lnTo>
                      <a:pt x="7392987" y="3568700"/>
                    </a:lnTo>
                    <a:lnTo>
                      <a:pt x="6611939" y="3606800"/>
                    </a:lnTo>
                    <a:lnTo>
                      <a:pt x="6608763" y="3500438"/>
                    </a:lnTo>
                    <a:close/>
                    <a:moveTo>
                      <a:pt x="4763" y="3457575"/>
                    </a:moveTo>
                    <a:lnTo>
                      <a:pt x="784225" y="3500438"/>
                    </a:lnTo>
                    <a:lnTo>
                      <a:pt x="779463" y="3606800"/>
                    </a:lnTo>
                    <a:lnTo>
                      <a:pt x="0" y="3568700"/>
                    </a:lnTo>
                    <a:close/>
                    <a:moveTo>
                      <a:pt x="7370763" y="3267075"/>
                    </a:moveTo>
                    <a:lnTo>
                      <a:pt x="7383463" y="3371850"/>
                    </a:lnTo>
                    <a:lnTo>
                      <a:pt x="6604001" y="3452813"/>
                    </a:lnTo>
                    <a:lnTo>
                      <a:pt x="6596063" y="3346450"/>
                    </a:lnTo>
                    <a:close/>
                    <a:moveTo>
                      <a:pt x="20638" y="3267075"/>
                    </a:moveTo>
                    <a:lnTo>
                      <a:pt x="796926" y="3346450"/>
                    </a:lnTo>
                    <a:lnTo>
                      <a:pt x="788989" y="3452813"/>
                    </a:lnTo>
                    <a:lnTo>
                      <a:pt x="7938" y="3371850"/>
                    </a:lnTo>
                    <a:close/>
                    <a:moveTo>
                      <a:pt x="7342187" y="3070225"/>
                    </a:moveTo>
                    <a:lnTo>
                      <a:pt x="7358063" y="3181350"/>
                    </a:lnTo>
                    <a:lnTo>
                      <a:pt x="6586539" y="3305175"/>
                    </a:lnTo>
                    <a:lnTo>
                      <a:pt x="6570663" y="3194050"/>
                    </a:lnTo>
                    <a:close/>
                    <a:moveTo>
                      <a:pt x="50801" y="3070225"/>
                    </a:moveTo>
                    <a:lnTo>
                      <a:pt x="822326" y="3194050"/>
                    </a:lnTo>
                    <a:lnTo>
                      <a:pt x="804863" y="3305175"/>
                    </a:lnTo>
                    <a:lnTo>
                      <a:pt x="33338" y="3181350"/>
                    </a:lnTo>
                    <a:close/>
                    <a:moveTo>
                      <a:pt x="7304087" y="2884487"/>
                    </a:moveTo>
                    <a:lnTo>
                      <a:pt x="7329487" y="2990850"/>
                    </a:lnTo>
                    <a:lnTo>
                      <a:pt x="6561137" y="3151187"/>
                    </a:lnTo>
                    <a:lnTo>
                      <a:pt x="6540499" y="3044824"/>
                    </a:lnTo>
                    <a:close/>
                    <a:moveTo>
                      <a:pt x="88900" y="2884487"/>
                    </a:moveTo>
                    <a:lnTo>
                      <a:pt x="852488" y="3044824"/>
                    </a:lnTo>
                    <a:lnTo>
                      <a:pt x="830263" y="3151187"/>
                    </a:lnTo>
                    <a:lnTo>
                      <a:pt x="63500" y="2990850"/>
                    </a:lnTo>
                    <a:close/>
                    <a:moveTo>
                      <a:pt x="7256463" y="2692400"/>
                    </a:moveTo>
                    <a:lnTo>
                      <a:pt x="7286625" y="2798762"/>
                    </a:lnTo>
                    <a:lnTo>
                      <a:pt x="6527799" y="3003550"/>
                    </a:lnTo>
                    <a:lnTo>
                      <a:pt x="6502399" y="2897188"/>
                    </a:lnTo>
                    <a:close/>
                    <a:moveTo>
                      <a:pt x="134938" y="2692400"/>
                    </a:moveTo>
                    <a:lnTo>
                      <a:pt x="890588" y="2897188"/>
                    </a:lnTo>
                    <a:lnTo>
                      <a:pt x="865188" y="3003550"/>
                    </a:lnTo>
                    <a:lnTo>
                      <a:pt x="106363" y="2798762"/>
                    </a:lnTo>
                    <a:close/>
                    <a:moveTo>
                      <a:pt x="7197725" y="2509837"/>
                    </a:moveTo>
                    <a:lnTo>
                      <a:pt x="7231063" y="2611437"/>
                    </a:lnTo>
                    <a:lnTo>
                      <a:pt x="6489701" y="2854325"/>
                    </a:lnTo>
                    <a:lnTo>
                      <a:pt x="6454775" y="2752725"/>
                    </a:lnTo>
                    <a:close/>
                    <a:moveTo>
                      <a:pt x="195263" y="2509837"/>
                    </a:moveTo>
                    <a:lnTo>
                      <a:pt x="936626" y="2752725"/>
                    </a:lnTo>
                    <a:lnTo>
                      <a:pt x="903289" y="2854325"/>
                    </a:lnTo>
                    <a:lnTo>
                      <a:pt x="160338" y="2611437"/>
                    </a:lnTo>
                    <a:close/>
                    <a:moveTo>
                      <a:pt x="7129463" y="2327275"/>
                    </a:moveTo>
                    <a:lnTo>
                      <a:pt x="7172325" y="2428875"/>
                    </a:lnTo>
                    <a:lnTo>
                      <a:pt x="6438899" y="2709863"/>
                    </a:lnTo>
                    <a:lnTo>
                      <a:pt x="6400799" y="2608263"/>
                    </a:lnTo>
                    <a:close/>
                    <a:moveTo>
                      <a:pt x="261938" y="2327275"/>
                    </a:moveTo>
                    <a:lnTo>
                      <a:pt x="992188" y="2608263"/>
                    </a:lnTo>
                    <a:lnTo>
                      <a:pt x="954088" y="2709863"/>
                    </a:lnTo>
                    <a:lnTo>
                      <a:pt x="220663" y="2428875"/>
                    </a:lnTo>
                    <a:close/>
                    <a:moveTo>
                      <a:pt x="7053263" y="2149475"/>
                    </a:moveTo>
                    <a:lnTo>
                      <a:pt x="7099299" y="2246312"/>
                    </a:lnTo>
                    <a:lnTo>
                      <a:pt x="6383337" y="2565400"/>
                    </a:lnTo>
                    <a:lnTo>
                      <a:pt x="6340475" y="2468562"/>
                    </a:lnTo>
                    <a:close/>
                    <a:moveTo>
                      <a:pt x="338137" y="2149475"/>
                    </a:moveTo>
                    <a:lnTo>
                      <a:pt x="1050925" y="2468562"/>
                    </a:lnTo>
                    <a:lnTo>
                      <a:pt x="1008063" y="2565400"/>
                    </a:lnTo>
                    <a:lnTo>
                      <a:pt x="292100" y="2246312"/>
                    </a:lnTo>
                    <a:close/>
                    <a:moveTo>
                      <a:pt x="6969125" y="1974850"/>
                    </a:moveTo>
                    <a:lnTo>
                      <a:pt x="7019925" y="2073275"/>
                    </a:lnTo>
                    <a:lnTo>
                      <a:pt x="6319837" y="2425700"/>
                    </a:lnTo>
                    <a:lnTo>
                      <a:pt x="6273799" y="2332038"/>
                    </a:lnTo>
                    <a:close/>
                    <a:moveTo>
                      <a:pt x="423863" y="1974850"/>
                    </a:moveTo>
                    <a:lnTo>
                      <a:pt x="1119188" y="2332038"/>
                    </a:lnTo>
                    <a:lnTo>
                      <a:pt x="1071563" y="2425700"/>
                    </a:lnTo>
                    <a:lnTo>
                      <a:pt x="373063" y="2073275"/>
                    </a:lnTo>
                    <a:close/>
                    <a:moveTo>
                      <a:pt x="6875463" y="1804987"/>
                    </a:moveTo>
                    <a:lnTo>
                      <a:pt x="6926263" y="1898650"/>
                    </a:lnTo>
                    <a:lnTo>
                      <a:pt x="6251575" y="2289175"/>
                    </a:lnTo>
                    <a:lnTo>
                      <a:pt x="6197599" y="2195512"/>
                    </a:lnTo>
                    <a:close/>
                    <a:moveTo>
                      <a:pt x="517525" y="1804987"/>
                    </a:moveTo>
                    <a:lnTo>
                      <a:pt x="1195388" y="2195512"/>
                    </a:lnTo>
                    <a:lnTo>
                      <a:pt x="1139825" y="2289175"/>
                    </a:lnTo>
                    <a:lnTo>
                      <a:pt x="466725" y="1898650"/>
                    </a:lnTo>
                    <a:close/>
                    <a:moveTo>
                      <a:pt x="6769101" y="1639887"/>
                    </a:moveTo>
                    <a:lnTo>
                      <a:pt x="6827839" y="1733550"/>
                    </a:lnTo>
                    <a:lnTo>
                      <a:pt x="6175375" y="2157412"/>
                    </a:lnTo>
                    <a:lnTo>
                      <a:pt x="6116639" y="2068512"/>
                    </a:lnTo>
                    <a:close/>
                    <a:moveTo>
                      <a:pt x="622301" y="1639887"/>
                    </a:moveTo>
                    <a:lnTo>
                      <a:pt x="1276351" y="2068512"/>
                    </a:lnTo>
                    <a:lnTo>
                      <a:pt x="1216026" y="2157412"/>
                    </a:lnTo>
                    <a:lnTo>
                      <a:pt x="563563" y="1733550"/>
                    </a:lnTo>
                    <a:close/>
                    <a:moveTo>
                      <a:pt x="6659563" y="1482725"/>
                    </a:moveTo>
                    <a:lnTo>
                      <a:pt x="6723063" y="1571625"/>
                    </a:lnTo>
                    <a:lnTo>
                      <a:pt x="6091238" y="2030413"/>
                    </a:lnTo>
                    <a:lnTo>
                      <a:pt x="6027738" y="1944688"/>
                    </a:lnTo>
                    <a:close/>
                    <a:moveTo>
                      <a:pt x="733425" y="1482725"/>
                    </a:moveTo>
                    <a:lnTo>
                      <a:pt x="1365250" y="1944688"/>
                    </a:lnTo>
                    <a:lnTo>
                      <a:pt x="1301750" y="2030413"/>
                    </a:lnTo>
                    <a:lnTo>
                      <a:pt x="669925" y="1571625"/>
                    </a:lnTo>
                    <a:close/>
                    <a:moveTo>
                      <a:pt x="6535739" y="1328737"/>
                    </a:moveTo>
                    <a:lnTo>
                      <a:pt x="6604001" y="1414462"/>
                    </a:lnTo>
                    <a:lnTo>
                      <a:pt x="5997576" y="1906587"/>
                    </a:lnTo>
                    <a:lnTo>
                      <a:pt x="5929313" y="1822450"/>
                    </a:lnTo>
                    <a:close/>
                    <a:moveTo>
                      <a:pt x="855663" y="1328737"/>
                    </a:moveTo>
                    <a:lnTo>
                      <a:pt x="1462088" y="1822450"/>
                    </a:lnTo>
                    <a:lnTo>
                      <a:pt x="1393825" y="1906587"/>
                    </a:lnTo>
                    <a:lnTo>
                      <a:pt x="788988" y="1414462"/>
                    </a:lnTo>
                    <a:close/>
                    <a:moveTo>
                      <a:pt x="6408739" y="1184275"/>
                    </a:moveTo>
                    <a:lnTo>
                      <a:pt x="6481763" y="1265238"/>
                    </a:lnTo>
                    <a:lnTo>
                      <a:pt x="5900738" y="1787525"/>
                    </a:lnTo>
                    <a:lnTo>
                      <a:pt x="5827713" y="1706562"/>
                    </a:lnTo>
                    <a:close/>
                    <a:moveTo>
                      <a:pt x="982663" y="1184275"/>
                    </a:moveTo>
                    <a:lnTo>
                      <a:pt x="1563688" y="1706562"/>
                    </a:lnTo>
                    <a:lnTo>
                      <a:pt x="1492250" y="1787525"/>
                    </a:lnTo>
                    <a:lnTo>
                      <a:pt x="911225" y="1265238"/>
                    </a:lnTo>
                    <a:close/>
                    <a:moveTo>
                      <a:pt x="6273801" y="1044575"/>
                    </a:moveTo>
                    <a:lnTo>
                      <a:pt x="6350001" y="1120775"/>
                    </a:lnTo>
                    <a:lnTo>
                      <a:pt x="5799138" y="1677988"/>
                    </a:lnTo>
                    <a:lnTo>
                      <a:pt x="5722938" y="1601788"/>
                    </a:lnTo>
                    <a:close/>
                    <a:moveTo>
                      <a:pt x="1119188" y="1044575"/>
                    </a:moveTo>
                    <a:lnTo>
                      <a:pt x="1670051" y="1601788"/>
                    </a:lnTo>
                    <a:lnTo>
                      <a:pt x="1593851" y="1677988"/>
                    </a:lnTo>
                    <a:lnTo>
                      <a:pt x="1042988" y="1120775"/>
                    </a:lnTo>
                    <a:close/>
                    <a:moveTo>
                      <a:pt x="6134099" y="912812"/>
                    </a:moveTo>
                    <a:lnTo>
                      <a:pt x="6213475" y="985837"/>
                    </a:lnTo>
                    <a:lnTo>
                      <a:pt x="5688013" y="1566862"/>
                    </a:lnTo>
                    <a:lnTo>
                      <a:pt x="5607050" y="1495424"/>
                    </a:lnTo>
                    <a:close/>
                    <a:moveTo>
                      <a:pt x="1258887" y="912812"/>
                    </a:moveTo>
                    <a:lnTo>
                      <a:pt x="1784350" y="1495424"/>
                    </a:lnTo>
                    <a:lnTo>
                      <a:pt x="1703387" y="1566862"/>
                    </a:lnTo>
                    <a:lnTo>
                      <a:pt x="1177925" y="985837"/>
                    </a:lnTo>
                    <a:close/>
                    <a:moveTo>
                      <a:pt x="5980113" y="788987"/>
                    </a:moveTo>
                    <a:lnTo>
                      <a:pt x="6065838" y="857250"/>
                    </a:lnTo>
                    <a:lnTo>
                      <a:pt x="5573713" y="1470025"/>
                    </a:lnTo>
                    <a:lnTo>
                      <a:pt x="5489575" y="1397000"/>
                    </a:lnTo>
                    <a:close/>
                    <a:moveTo>
                      <a:pt x="1411288" y="788987"/>
                    </a:moveTo>
                    <a:lnTo>
                      <a:pt x="1903413" y="1397000"/>
                    </a:lnTo>
                    <a:lnTo>
                      <a:pt x="1817688" y="1470025"/>
                    </a:lnTo>
                    <a:lnTo>
                      <a:pt x="1327150" y="857250"/>
                    </a:lnTo>
                    <a:close/>
                    <a:moveTo>
                      <a:pt x="5827713" y="674687"/>
                    </a:moveTo>
                    <a:lnTo>
                      <a:pt x="5913438" y="738187"/>
                    </a:lnTo>
                    <a:lnTo>
                      <a:pt x="5454650" y="1371600"/>
                    </a:lnTo>
                    <a:lnTo>
                      <a:pt x="5365750" y="1308100"/>
                    </a:lnTo>
                    <a:close/>
                    <a:moveTo>
                      <a:pt x="1563687" y="674687"/>
                    </a:moveTo>
                    <a:lnTo>
                      <a:pt x="2025650" y="1308100"/>
                    </a:lnTo>
                    <a:lnTo>
                      <a:pt x="1936750" y="1371600"/>
                    </a:lnTo>
                    <a:lnTo>
                      <a:pt x="1479550" y="738187"/>
                    </a:lnTo>
                    <a:close/>
                    <a:moveTo>
                      <a:pt x="5667375" y="568325"/>
                    </a:moveTo>
                    <a:lnTo>
                      <a:pt x="5756275" y="623888"/>
                    </a:lnTo>
                    <a:lnTo>
                      <a:pt x="5332413" y="1282700"/>
                    </a:lnTo>
                    <a:lnTo>
                      <a:pt x="5238750" y="1222375"/>
                    </a:lnTo>
                    <a:close/>
                    <a:moveTo>
                      <a:pt x="1725613" y="568325"/>
                    </a:moveTo>
                    <a:lnTo>
                      <a:pt x="2152651" y="1222375"/>
                    </a:lnTo>
                    <a:lnTo>
                      <a:pt x="2060576" y="1282700"/>
                    </a:lnTo>
                    <a:lnTo>
                      <a:pt x="1636713" y="623888"/>
                    </a:lnTo>
                    <a:close/>
                    <a:moveTo>
                      <a:pt x="5497513" y="466725"/>
                    </a:moveTo>
                    <a:lnTo>
                      <a:pt x="5594351" y="522288"/>
                    </a:lnTo>
                    <a:lnTo>
                      <a:pt x="5200651" y="1201738"/>
                    </a:lnTo>
                    <a:lnTo>
                      <a:pt x="5106988" y="1146175"/>
                    </a:lnTo>
                    <a:close/>
                    <a:moveTo>
                      <a:pt x="1893888" y="466725"/>
                    </a:moveTo>
                    <a:lnTo>
                      <a:pt x="2284413" y="1146175"/>
                    </a:lnTo>
                    <a:lnTo>
                      <a:pt x="2190750" y="1201738"/>
                    </a:lnTo>
                    <a:lnTo>
                      <a:pt x="1797050" y="522288"/>
                    </a:lnTo>
                    <a:close/>
                    <a:moveTo>
                      <a:pt x="5327650" y="377825"/>
                    </a:moveTo>
                    <a:lnTo>
                      <a:pt x="5426075" y="428625"/>
                    </a:lnTo>
                    <a:lnTo>
                      <a:pt x="5068887" y="1125538"/>
                    </a:lnTo>
                    <a:lnTo>
                      <a:pt x="4972050" y="1074738"/>
                    </a:lnTo>
                    <a:close/>
                    <a:moveTo>
                      <a:pt x="2063751" y="377825"/>
                    </a:moveTo>
                    <a:lnTo>
                      <a:pt x="2420938" y="1074738"/>
                    </a:lnTo>
                    <a:lnTo>
                      <a:pt x="2322513" y="1125538"/>
                    </a:lnTo>
                    <a:lnTo>
                      <a:pt x="1966913" y="428625"/>
                    </a:lnTo>
                    <a:close/>
                    <a:moveTo>
                      <a:pt x="5149850" y="296862"/>
                    </a:moveTo>
                    <a:lnTo>
                      <a:pt x="5251450" y="339725"/>
                    </a:lnTo>
                    <a:lnTo>
                      <a:pt x="4933950" y="1057275"/>
                    </a:lnTo>
                    <a:lnTo>
                      <a:pt x="4832350" y="1011238"/>
                    </a:lnTo>
                    <a:close/>
                    <a:moveTo>
                      <a:pt x="2241550" y="296862"/>
                    </a:moveTo>
                    <a:lnTo>
                      <a:pt x="2560638" y="1011238"/>
                    </a:lnTo>
                    <a:lnTo>
                      <a:pt x="2459038" y="1057275"/>
                    </a:lnTo>
                    <a:lnTo>
                      <a:pt x="2139950" y="339725"/>
                    </a:lnTo>
                    <a:close/>
                    <a:moveTo>
                      <a:pt x="4972050" y="225425"/>
                    </a:moveTo>
                    <a:lnTo>
                      <a:pt x="5073650" y="263525"/>
                    </a:lnTo>
                    <a:lnTo>
                      <a:pt x="4794250" y="993775"/>
                    </a:lnTo>
                    <a:lnTo>
                      <a:pt x="4692650" y="955675"/>
                    </a:lnTo>
                    <a:close/>
                    <a:moveTo>
                      <a:pt x="2420938" y="225425"/>
                    </a:moveTo>
                    <a:lnTo>
                      <a:pt x="2700338" y="955675"/>
                    </a:lnTo>
                    <a:lnTo>
                      <a:pt x="2598738" y="993775"/>
                    </a:lnTo>
                    <a:lnTo>
                      <a:pt x="2317750" y="263525"/>
                    </a:lnTo>
                    <a:close/>
                    <a:moveTo>
                      <a:pt x="4789488" y="160337"/>
                    </a:moveTo>
                    <a:lnTo>
                      <a:pt x="4891088" y="195262"/>
                    </a:lnTo>
                    <a:lnTo>
                      <a:pt x="4649788" y="942975"/>
                    </a:lnTo>
                    <a:lnTo>
                      <a:pt x="4548188" y="908050"/>
                    </a:lnTo>
                    <a:close/>
                    <a:moveTo>
                      <a:pt x="2601913" y="160337"/>
                    </a:moveTo>
                    <a:lnTo>
                      <a:pt x="2844801" y="908050"/>
                    </a:lnTo>
                    <a:lnTo>
                      <a:pt x="2741613" y="942975"/>
                    </a:lnTo>
                    <a:lnTo>
                      <a:pt x="2500313" y="195262"/>
                    </a:lnTo>
                    <a:close/>
                    <a:moveTo>
                      <a:pt x="4603751" y="109537"/>
                    </a:moveTo>
                    <a:lnTo>
                      <a:pt x="4705351" y="139700"/>
                    </a:lnTo>
                    <a:lnTo>
                      <a:pt x="4505326" y="895350"/>
                    </a:lnTo>
                    <a:lnTo>
                      <a:pt x="4398963" y="866775"/>
                    </a:lnTo>
                    <a:close/>
                    <a:moveTo>
                      <a:pt x="2789238" y="109537"/>
                    </a:moveTo>
                    <a:lnTo>
                      <a:pt x="2992438" y="866775"/>
                    </a:lnTo>
                    <a:lnTo>
                      <a:pt x="2886075" y="895350"/>
                    </a:lnTo>
                    <a:lnTo>
                      <a:pt x="2687638" y="139700"/>
                    </a:lnTo>
                    <a:close/>
                    <a:moveTo>
                      <a:pt x="4411663" y="68262"/>
                    </a:moveTo>
                    <a:lnTo>
                      <a:pt x="4518025" y="88900"/>
                    </a:lnTo>
                    <a:lnTo>
                      <a:pt x="4357687" y="857250"/>
                    </a:lnTo>
                    <a:lnTo>
                      <a:pt x="4251325" y="831850"/>
                    </a:lnTo>
                    <a:close/>
                    <a:moveTo>
                      <a:pt x="2979737" y="68262"/>
                    </a:moveTo>
                    <a:lnTo>
                      <a:pt x="3140075" y="831850"/>
                    </a:lnTo>
                    <a:lnTo>
                      <a:pt x="3035300" y="857250"/>
                    </a:lnTo>
                    <a:lnTo>
                      <a:pt x="2873375" y="88900"/>
                    </a:lnTo>
                    <a:close/>
                    <a:moveTo>
                      <a:pt x="4221163" y="33337"/>
                    </a:moveTo>
                    <a:lnTo>
                      <a:pt x="4327525" y="50800"/>
                    </a:lnTo>
                    <a:lnTo>
                      <a:pt x="4205287" y="823912"/>
                    </a:lnTo>
                    <a:lnTo>
                      <a:pt x="4098925" y="806450"/>
                    </a:lnTo>
                    <a:close/>
                    <a:moveTo>
                      <a:pt x="3170238" y="33337"/>
                    </a:moveTo>
                    <a:lnTo>
                      <a:pt x="3294063" y="806450"/>
                    </a:lnTo>
                    <a:lnTo>
                      <a:pt x="3187700" y="823912"/>
                    </a:lnTo>
                    <a:lnTo>
                      <a:pt x="3063875" y="50800"/>
                    </a:lnTo>
                    <a:close/>
                    <a:moveTo>
                      <a:pt x="4030663" y="12700"/>
                    </a:moveTo>
                    <a:lnTo>
                      <a:pt x="4137025" y="25400"/>
                    </a:lnTo>
                    <a:lnTo>
                      <a:pt x="4056063" y="803275"/>
                    </a:lnTo>
                    <a:lnTo>
                      <a:pt x="3946525" y="788988"/>
                    </a:lnTo>
                    <a:close/>
                    <a:moveTo>
                      <a:pt x="3360738" y="12700"/>
                    </a:moveTo>
                    <a:lnTo>
                      <a:pt x="3446463" y="788988"/>
                    </a:lnTo>
                    <a:lnTo>
                      <a:pt x="3335338" y="803275"/>
                    </a:lnTo>
                    <a:lnTo>
                      <a:pt x="3255963" y="25400"/>
                    </a:lnTo>
                    <a:close/>
                    <a:moveTo>
                      <a:pt x="3835400" y="0"/>
                    </a:moveTo>
                    <a:lnTo>
                      <a:pt x="3941763" y="7938"/>
                    </a:lnTo>
                    <a:lnTo>
                      <a:pt x="3903663" y="788988"/>
                    </a:lnTo>
                    <a:lnTo>
                      <a:pt x="3794125" y="781050"/>
                    </a:lnTo>
                    <a:close/>
                    <a:moveTo>
                      <a:pt x="3641725" y="0"/>
                    </a:moveTo>
                    <a:lnTo>
                      <a:pt x="3751263" y="0"/>
                    </a:lnTo>
                    <a:lnTo>
                      <a:pt x="3751263" y="781050"/>
                    </a:lnTo>
                    <a:lnTo>
                      <a:pt x="3641725" y="781050"/>
                    </a:lnTo>
                    <a:close/>
                    <a:moveTo>
                      <a:pt x="3556001" y="0"/>
                    </a:moveTo>
                    <a:lnTo>
                      <a:pt x="3598863" y="781050"/>
                    </a:lnTo>
                    <a:lnTo>
                      <a:pt x="3487738" y="788988"/>
                    </a:lnTo>
                    <a:lnTo>
                      <a:pt x="3449638" y="7938"/>
                    </a:lnTo>
                    <a:close/>
                  </a:path>
                </a:pathLst>
              </a:custGeom>
              <a:solidFill>
                <a:sysClr val="windowText" lastClr="000000">
                  <a:lumMod val="75000"/>
                  <a:lumOff val="25000"/>
                </a:sysClr>
              </a:solidFill>
              <a:ln>
                <a:noFill/>
              </a:ln>
            </p:spPr>
            <p:txBody>
              <a:bodyPr vert="horz" wrap="square" lIns="45714" tIns="22857" rIns="45714" bIns="22857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defRPr/>
                </a:pPr>
                <a:endParaRPr lang="en-US" sz="900" kern="0">
                  <a:solidFill>
                    <a:schemeClr val="bg2">
                      <a:lumMod val="40000"/>
                      <a:lumOff val="60000"/>
                    </a:schemeClr>
                  </a:solidFill>
                  <a:cs typeface="CiscoSansTT" panose="020B0503020201020303" pitchFamily="34" charset="0"/>
                </a:endParaRPr>
              </a:p>
            </p:txBody>
          </p:sp>
          <p:sp>
            <p:nvSpPr>
              <p:cNvPr id="422" name="TextBox 421">
                <a:extLst>
                  <a:ext uri="{FF2B5EF4-FFF2-40B4-BE49-F238E27FC236}">
                    <a16:creationId xmlns:a16="http://schemas.microsoft.com/office/drawing/2014/main" id="{7851259E-1FEF-5BA4-2138-08F820C0DEFF}"/>
                  </a:ext>
                </a:extLst>
              </p:cNvPr>
              <p:cNvSpPr txBox="1"/>
              <p:nvPr/>
            </p:nvSpPr>
            <p:spPr>
              <a:xfrm>
                <a:off x="5647684" y="3461051"/>
                <a:ext cx="821336" cy="249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endParaRPr lang="en-US" sz="900" b="1" kern="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cs typeface="CiscoSansTT" panose="020B0503020201020303" pitchFamily="34" charset="0"/>
                </a:endParaRPr>
              </a:p>
            </p:txBody>
          </p:sp>
          <p:sp>
            <p:nvSpPr>
              <p:cNvPr id="423" name="Pie 84">
                <a:extLst>
                  <a:ext uri="{FF2B5EF4-FFF2-40B4-BE49-F238E27FC236}">
                    <a16:creationId xmlns:a16="http://schemas.microsoft.com/office/drawing/2014/main" id="{6414DAFF-6ECC-9CBF-27CD-8506939401F7}"/>
                  </a:ext>
                </a:extLst>
              </p:cNvPr>
              <p:cNvSpPr/>
              <p:nvPr/>
            </p:nvSpPr>
            <p:spPr>
              <a:xfrm>
                <a:off x="4923541" y="2526266"/>
                <a:ext cx="2269625" cy="2269624"/>
              </a:xfrm>
              <a:prstGeom prst="arc">
                <a:avLst>
                  <a:gd name="adj1" fmla="val 10670525"/>
                  <a:gd name="adj2" fmla="val 19580608"/>
                </a:avLst>
              </a:prstGeom>
              <a:noFill/>
              <a:ln w="139700" cap="rnd" cmpd="sng" algn="ctr">
                <a:solidFill>
                  <a:srgbClr val="0F9ED5"/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US" sz="900" kern="0">
                  <a:solidFill>
                    <a:schemeClr val="bg2">
                      <a:lumMod val="40000"/>
                      <a:lumOff val="60000"/>
                    </a:schemeClr>
                  </a:solidFill>
                  <a:cs typeface="CiscoSansTT" panose="020B0503020201020303" pitchFamily="34" charset="0"/>
                </a:endParaRPr>
              </a:p>
            </p:txBody>
          </p:sp>
        </p:grpSp>
      </p:grp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F4D69E2C-E621-A18C-8278-FE3848282AE1}"/>
              </a:ext>
            </a:extLst>
          </p:cNvPr>
          <p:cNvGrpSpPr/>
          <p:nvPr/>
        </p:nvGrpSpPr>
        <p:grpSpPr>
          <a:xfrm>
            <a:off x="4729730" y="1466418"/>
            <a:ext cx="956907" cy="418396"/>
            <a:chOff x="5374522" y="1527628"/>
            <a:chExt cx="956907" cy="418396"/>
          </a:xfrm>
        </p:grpSpPr>
        <p:sp>
          <p:nvSpPr>
            <p:cNvPr id="425" name="Freeform 177">
              <a:extLst>
                <a:ext uri="{FF2B5EF4-FFF2-40B4-BE49-F238E27FC236}">
                  <a16:creationId xmlns:a16="http://schemas.microsoft.com/office/drawing/2014/main" id="{3601212C-4CA3-3431-3AE8-ECA94D990E65}"/>
                </a:ext>
              </a:extLst>
            </p:cNvPr>
            <p:cNvSpPr/>
            <p:nvPr/>
          </p:nvSpPr>
          <p:spPr>
            <a:xfrm rot="16200000">
              <a:off x="5737500" y="1378879"/>
              <a:ext cx="418396" cy="715894"/>
            </a:xfrm>
            <a:custGeom>
              <a:avLst/>
              <a:gdLst>
                <a:gd name="connsiteX0" fmla="*/ 1363945 w 1363945"/>
                <a:gd name="connsiteY0" fmla="*/ 3121960 h 3313662"/>
                <a:gd name="connsiteX1" fmla="*/ 1363945 w 1363945"/>
                <a:gd name="connsiteY1" fmla="*/ 324014 h 3313662"/>
                <a:gd name="connsiteX2" fmla="*/ 1172243 w 1363945"/>
                <a:gd name="connsiteY2" fmla="*/ 132312 h 3313662"/>
                <a:gd name="connsiteX3" fmla="*/ 739665 w 1363945"/>
                <a:gd name="connsiteY3" fmla="*/ 132312 h 3313662"/>
                <a:gd name="connsiteX4" fmla="*/ 662923 w 1363945"/>
                <a:gd name="connsiteY4" fmla="*/ 0 h 3313662"/>
                <a:gd name="connsiteX5" fmla="*/ 586182 w 1363945"/>
                <a:gd name="connsiteY5" fmla="*/ 132312 h 3313662"/>
                <a:gd name="connsiteX6" fmla="*/ 191702 w 1363945"/>
                <a:gd name="connsiteY6" fmla="*/ 132312 h 3313662"/>
                <a:gd name="connsiteX7" fmla="*/ 0 w 1363945"/>
                <a:gd name="connsiteY7" fmla="*/ 324014 h 3313662"/>
                <a:gd name="connsiteX8" fmla="*/ 0 w 1363945"/>
                <a:gd name="connsiteY8" fmla="*/ 3121960 h 3313662"/>
                <a:gd name="connsiteX9" fmla="*/ 191702 w 1363945"/>
                <a:gd name="connsiteY9" fmla="*/ 3313662 h 3313662"/>
                <a:gd name="connsiteX10" fmla="*/ 1172243 w 1363945"/>
                <a:gd name="connsiteY10" fmla="*/ 3313662 h 3313662"/>
                <a:gd name="connsiteX11" fmla="*/ 1363945 w 1363945"/>
                <a:gd name="connsiteY11" fmla="*/ 3121960 h 3313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63945" h="3313662">
                  <a:moveTo>
                    <a:pt x="1363945" y="3121960"/>
                  </a:moveTo>
                  <a:lnTo>
                    <a:pt x="1363945" y="324014"/>
                  </a:lnTo>
                  <a:cubicBezTo>
                    <a:pt x="1363945" y="218140"/>
                    <a:pt x="1278117" y="132312"/>
                    <a:pt x="1172243" y="132312"/>
                  </a:cubicBezTo>
                  <a:lnTo>
                    <a:pt x="739665" y="132312"/>
                  </a:lnTo>
                  <a:lnTo>
                    <a:pt x="662923" y="0"/>
                  </a:lnTo>
                  <a:lnTo>
                    <a:pt x="586182" y="132312"/>
                  </a:lnTo>
                  <a:lnTo>
                    <a:pt x="191702" y="132312"/>
                  </a:lnTo>
                  <a:cubicBezTo>
                    <a:pt x="85828" y="132312"/>
                    <a:pt x="0" y="218140"/>
                    <a:pt x="0" y="324014"/>
                  </a:cubicBezTo>
                  <a:lnTo>
                    <a:pt x="0" y="3121960"/>
                  </a:lnTo>
                  <a:cubicBezTo>
                    <a:pt x="0" y="3227834"/>
                    <a:pt x="85828" y="3313662"/>
                    <a:pt x="191702" y="3313662"/>
                  </a:cubicBezTo>
                  <a:lnTo>
                    <a:pt x="1172243" y="3313662"/>
                  </a:lnTo>
                  <a:cubicBezTo>
                    <a:pt x="1278117" y="3313662"/>
                    <a:pt x="1363945" y="3227834"/>
                    <a:pt x="1363945" y="3121960"/>
                  </a:cubicBezTo>
                  <a:close/>
                </a:path>
              </a:pathLst>
            </a:custGeom>
            <a:solidFill>
              <a:srgbClr val="0F9ED5"/>
            </a:solidFill>
            <a:ln w="19050" cap="flat" cmpd="sng" algn="ctr">
              <a:noFill/>
              <a:prstDash val="solid"/>
              <a:miter lim="800000"/>
            </a:ln>
            <a:effectLst>
              <a:outerShdw blurRad="101600" dist="38100" dir="2700000" algn="tl" rotWithShape="0">
                <a:prstClr val="black">
                  <a:alpha val="25000"/>
                </a:prst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US" sz="900" kern="0">
                <a:solidFill>
                  <a:schemeClr val="bg2">
                    <a:lumMod val="40000"/>
                    <a:lumOff val="60000"/>
                  </a:schemeClr>
                </a:solidFill>
                <a:cs typeface="CiscoSansTT" panose="020B0503020201020303" pitchFamily="34" charset="0"/>
              </a:endParaRPr>
            </a:p>
          </p:txBody>
        </p:sp>
        <p:sp>
          <p:nvSpPr>
            <p:cNvPr id="426" name="TextBox 425">
              <a:extLst>
                <a:ext uri="{FF2B5EF4-FFF2-40B4-BE49-F238E27FC236}">
                  <a16:creationId xmlns:a16="http://schemas.microsoft.com/office/drawing/2014/main" id="{AAF114A5-1B55-E912-2AD4-BCA82B14DAA6}"/>
                </a:ext>
              </a:extLst>
            </p:cNvPr>
            <p:cNvSpPr txBox="1"/>
            <p:nvPr/>
          </p:nvSpPr>
          <p:spPr>
            <a:xfrm>
              <a:off x="5374522" y="1636448"/>
              <a:ext cx="76187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en-US" sz="900" b="1" kern="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cs typeface="CiscoSansTT" panose="020B0503020201020303" pitchFamily="34" charset="0"/>
                </a:rPr>
                <a:t>              70%</a:t>
              </a:r>
            </a:p>
          </p:txBody>
        </p:sp>
        <p:sp>
          <p:nvSpPr>
            <p:cNvPr id="427" name="TextBox 426">
              <a:extLst>
                <a:ext uri="{FF2B5EF4-FFF2-40B4-BE49-F238E27FC236}">
                  <a16:creationId xmlns:a16="http://schemas.microsoft.com/office/drawing/2014/main" id="{426E7049-57E9-B44D-AF0A-A999DF748481}"/>
                </a:ext>
              </a:extLst>
            </p:cNvPr>
            <p:cNvSpPr txBox="1"/>
            <p:nvPr/>
          </p:nvSpPr>
          <p:spPr>
            <a:xfrm>
              <a:off x="5561967" y="1776409"/>
              <a:ext cx="769462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en-US" sz="900" b="1" kern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cs typeface="CiscoSansTT" panose="020B0503020201020303" pitchFamily="34" charset="0"/>
                </a:rPr>
                <a:t>Target</a:t>
              </a:r>
            </a:p>
          </p:txBody>
        </p:sp>
      </p:grpSp>
      <p:grpSp>
        <p:nvGrpSpPr>
          <p:cNvPr id="428" name="Group 427">
            <a:extLst>
              <a:ext uri="{FF2B5EF4-FFF2-40B4-BE49-F238E27FC236}">
                <a16:creationId xmlns:a16="http://schemas.microsoft.com/office/drawing/2014/main" id="{9C228EFA-539C-59A0-980D-3969F82B503E}"/>
              </a:ext>
            </a:extLst>
          </p:cNvPr>
          <p:cNvGrpSpPr/>
          <p:nvPr/>
        </p:nvGrpSpPr>
        <p:grpSpPr>
          <a:xfrm>
            <a:off x="6103413" y="1535536"/>
            <a:ext cx="1986527" cy="2104338"/>
            <a:chOff x="4930935" y="2433724"/>
            <a:chExt cx="2269625" cy="2272599"/>
          </a:xfrm>
        </p:grpSpPr>
        <p:sp>
          <p:nvSpPr>
            <p:cNvPr id="429" name="Oval 428">
              <a:extLst>
                <a:ext uri="{FF2B5EF4-FFF2-40B4-BE49-F238E27FC236}">
                  <a16:creationId xmlns:a16="http://schemas.microsoft.com/office/drawing/2014/main" id="{71D6DD20-D6DF-791E-B83B-6688E29B1C0A}"/>
                </a:ext>
              </a:extLst>
            </p:cNvPr>
            <p:cNvSpPr/>
            <p:nvPr/>
          </p:nvSpPr>
          <p:spPr>
            <a:xfrm>
              <a:off x="5625369" y="2970762"/>
              <a:ext cx="880751" cy="880752"/>
            </a:xfrm>
            <a:prstGeom prst="ellipse">
              <a:avLst/>
            </a:prstGeom>
            <a:solidFill>
              <a:srgbClr val="00B050"/>
            </a:solidFill>
            <a:ln w="19050" cap="flat" cmpd="sng" algn="ctr">
              <a:noFill/>
              <a:prstDash val="solid"/>
              <a:miter lim="800000"/>
            </a:ln>
            <a:effectLst>
              <a:outerShdw blurRad="202654" dist="38100" dir="5400000" algn="t" rotWithShape="0">
                <a:srgbClr val="0F9ED5"/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US" sz="900" kern="0">
                <a:solidFill>
                  <a:schemeClr val="bg2">
                    <a:lumMod val="40000"/>
                    <a:lumOff val="60000"/>
                  </a:schemeClr>
                </a:solidFill>
                <a:cs typeface="CiscoSansTT" panose="020B0503020201020303" pitchFamily="34" charset="0"/>
              </a:endParaRPr>
            </a:p>
          </p:txBody>
        </p:sp>
        <p:sp>
          <p:nvSpPr>
            <p:cNvPr id="430" name="Pie 84">
              <a:extLst>
                <a:ext uri="{FF2B5EF4-FFF2-40B4-BE49-F238E27FC236}">
                  <a16:creationId xmlns:a16="http://schemas.microsoft.com/office/drawing/2014/main" id="{0C0CC37B-E34C-DAE6-7B1B-804FFC15CA19}"/>
                </a:ext>
              </a:extLst>
            </p:cNvPr>
            <p:cNvSpPr/>
            <p:nvPr/>
          </p:nvSpPr>
          <p:spPr>
            <a:xfrm>
              <a:off x="4930935" y="2433724"/>
              <a:ext cx="2269625" cy="2269624"/>
            </a:xfrm>
            <a:prstGeom prst="arc">
              <a:avLst>
                <a:gd name="adj1" fmla="val 10670525"/>
                <a:gd name="adj2" fmla="val 21572899"/>
              </a:avLst>
            </a:prstGeom>
            <a:noFill/>
            <a:ln w="139700" cap="rnd" cmpd="sng" algn="ctr">
              <a:solidFill>
                <a:sysClr val="windowText" lastClr="000000">
                  <a:lumMod val="75000"/>
                  <a:lumOff val="25000"/>
                </a:sysClr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sz="900" kern="0">
                <a:solidFill>
                  <a:schemeClr val="bg2">
                    <a:lumMod val="40000"/>
                    <a:lumOff val="60000"/>
                  </a:schemeClr>
                </a:solidFill>
                <a:cs typeface="CiscoSansTT" panose="020B0503020201020303" pitchFamily="34" charset="0"/>
              </a:endParaRPr>
            </a:p>
          </p:txBody>
        </p:sp>
        <p:grpSp>
          <p:nvGrpSpPr>
            <p:cNvPr id="431" name="Group 430">
              <a:extLst>
                <a:ext uri="{FF2B5EF4-FFF2-40B4-BE49-F238E27FC236}">
                  <a16:creationId xmlns:a16="http://schemas.microsoft.com/office/drawing/2014/main" id="{F1D90298-FEBE-C09E-3836-E4DD0A5CB264}"/>
                </a:ext>
              </a:extLst>
            </p:cNvPr>
            <p:cNvGrpSpPr/>
            <p:nvPr/>
          </p:nvGrpSpPr>
          <p:grpSpPr>
            <a:xfrm>
              <a:off x="4930935" y="2436699"/>
              <a:ext cx="2269624" cy="2269624"/>
              <a:chOff x="4923541" y="2526266"/>
              <a:chExt cx="2269624" cy="2269624"/>
            </a:xfrm>
          </p:grpSpPr>
          <p:sp>
            <p:nvSpPr>
              <p:cNvPr id="433" name="Freeform 140">
                <a:extLst>
                  <a:ext uri="{FF2B5EF4-FFF2-40B4-BE49-F238E27FC236}">
                    <a16:creationId xmlns:a16="http://schemas.microsoft.com/office/drawing/2014/main" id="{9B9E47B9-ABE9-E625-7355-35A036E8F8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6585" y="2629426"/>
                <a:ext cx="2037879" cy="994215"/>
              </a:xfrm>
              <a:custGeom>
                <a:avLst/>
                <a:gdLst>
                  <a:gd name="connsiteX0" fmla="*/ 7388225 w 7392987"/>
                  <a:gd name="connsiteY0" fmla="*/ 3457575 h 3606800"/>
                  <a:gd name="connsiteX1" fmla="*/ 7392987 w 7392987"/>
                  <a:gd name="connsiteY1" fmla="*/ 3568700 h 3606800"/>
                  <a:gd name="connsiteX2" fmla="*/ 6611939 w 7392987"/>
                  <a:gd name="connsiteY2" fmla="*/ 3606800 h 3606800"/>
                  <a:gd name="connsiteX3" fmla="*/ 6608763 w 7392987"/>
                  <a:gd name="connsiteY3" fmla="*/ 3500438 h 3606800"/>
                  <a:gd name="connsiteX4" fmla="*/ 4763 w 7392987"/>
                  <a:gd name="connsiteY4" fmla="*/ 3457575 h 3606800"/>
                  <a:gd name="connsiteX5" fmla="*/ 784225 w 7392987"/>
                  <a:gd name="connsiteY5" fmla="*/ 3500438 h 3606800"/>
                  <a:gd name="connsiteX6" fmla="*/ 779463 w 7392987"/>
                  <a:gd name="connsiteY6" fmla="*/ 3606800 h 3606800"/>
                  <a:gd name="connsiteX7" fmla="*/ 0 w 7392987"/>
                  <a:gd name="connsiteY7" fmla="*/ 3568700 h 3606800"/>
                  <a:gd name="connsiteX8" fmla="*/ 7370763 w 7392987"/>
                  <a:gd name="connsiteY8" fmla="*/ 3267075 h 3606800"/>
                  <a:gd name="connsiteX9" fmla="*/ 7383463 w 7392987"/>
                  <a:gd name="connsiteY9" fmla="*/ 3371850 h 3606800"/>
                  <a:gd name="connsiteX10" fmla="*/ 6604001 w 7392987"/>
                  <a:gd name="connsiteY10" fmla="*/ 3452813 h 3606800"/>
                  <a:gd name="connsiteX11" fmla="*/ 6596063 w 7392987"/>
                  <a:gd name="connsiteY11" fmla="*/ 3346450 h 3606800"/>
                  <a:gd name="connsiteX12" fmla="*/ 20638 w 7392987"/>
                  <a:gd name="connsiteY12" fmla="*/ 3267075 h 3606800"/>
                  <a:gd name="connsiteX13" fmla="*/ 796926 w 7392987"/>
                  <a:gd name="connsiteY13" fmla="*/ 3346450 h 3606800"/>
                  <a:gd name="connsiteX14" fmla="*/ 788989 w 7392987"/>
                  <a:gd name="connsiteY14" fmla="*/ 3452813 h 3606800"/>
                  <a:gd name="connsiteX15" fmla="*/ 7938 w 7392987"/>
                  <a:gd name="connsiteY15" fmla="*/ 3371850 h 3606800"/>
                  <a:gd name="connsiteX16" fmla="*/ 7342187 w 7392987"/>
                  <a:gd name="connsiteY16" fmla="*/ 3070225 h 3606800"/>
                  <a:gd name="connsiteX17" fmla="*/ 7358063 w 7392987"/>
                  <a:gd name="connsiteY17" fmla="*/ 3181350 h 3606800"/>
                  <a:gd name="connsiteX18" fmla="*/ 6586539 w 7392987"/>
                  <a:gd name="connsiteY18" fmla="*/ 3305175 h 3606800"/>
                  <a:gd name="connsiteX19" fmla="*/ 6570663 w 7392987"/>
                  <a:gd name="connsiteY19" fmla="*/ 3194050 h 3606800"/>
                  <a:gd name="connsiteX20" fmla="*/ 50801 w 7392987"/>
                  <a:gd name="connsiteY20" fmla="*/ 3070225 h 3606800"/>
                  <a:gd name="connsiteX21" fmla="*/ 822326 w 7392987"/>
                  <a:gd name="connsiteY21" fmla="*/ 3194050 h 3606800"/>
                  <a:gd name="connsiteX22" fmla="*/ 804863 w 7392987"/>
                  <a:gd name="connsiteY22" fmla="*/ 3305175 h 3606800"/>
                  <a:gd name="connsiteX23" fmla="*/ 33338 w 7392987"/>
                  <a:gd name="connsiteY23" fmla="*/ 3181350 h 3606800"/>
                  <a:gd name="connsiteX24" fmla="*/ 7304087 w 7392987"/>
                  <a:gd name="connsiteY24" fmla="*/ 2884487 h 3606800"/>
                  <a:gd name="connsiteX25" fmla="*/ 7329487 w 7392987"/>
                  <a:gd name="connsiteY25" fmla="*/ 2990850 h 3606800"/>
                  <a:gd name="connsiteX26" fmla="*/ 6561137 w 7392987"/>
                  <a:gd name="connsiteY26" fmla="*/ 3151187 h 3606800"/>
                  <a:gd name="connsiteX27" fmla="*/ 6540499 w 7392987"/>
                  <a:gd name="connsiteY27" fmla="*/ 3044824 h 3606800"/>
                  <a:gd name="connsiteX28" fmla="*/ 88900 w 7392987"/>
                  <a:gd name="connsiteY28" fmla="*/ 2884487 h 3606800"/>
                  <a:gd name="connsiteX29" fmla="*/ 852488 w 7392987"/>
                  <a:gd name="connsiteY29" fmla="*/ 3044824 h 3606800"/>
                  <a:gd name="connsiteX30" fmla="*/ 830263 w 7392987"/>
                  <a:gd name="connsiteY30" fmla="*/ 3151187 h 3606800"/>
                  <a:gd name="connsiteX31" fmla="*/ 63500 w 7392987"/>
                  <a:gd name="connsiteY31" fmla="*/ 2990850 h 3606800"/>
                  <a:gd name="connsiteX32" fmla="*/ 7256463 w 7392987"/>
                  <a:gd name="connsiteY32" fmla="*/ 2692400 h 3606800"/>
                  <a:gd name="connsiteX33" fmla="*/ 7286625 w 7392987"/>
                  <a:gd name="connsiteY33" fmla="*/ 2798762 h 3606800"/>
                  <a:gd name="connsiteX34" fmla="*/ 6527799 w 7392987"/>
                  <a:gd name="connsiteY34" fmla="*/ 3003550 h 3606800"/>
                  <a:gd name="connsiteX35" fmla="*/ 6502399 w 7392987"/>
                  <a:gd name="connsiteY35" fmla="*/ 2897188 h 3606800"/>
                  <a:gd name="connsiteX36" fmla="*/ 134938 w 7392987"/>
                  <a:gd name="connsiteY36" fmla="*/ 2692400 h 3606800"/>
                  <a:gd name="connsiteX37" fmla="*/ 890588 w 7392987"/>
                  <a:gd name="connsiteY37" fmla="*/ 2897188 h 3606800"/>
                  <a:gd name="connsiteX38" fmla="*/ 865188 w 7392987"/>
                  <a:gd name="connsiteY38" fmla="*/ 3003550 h 3606800"/>
                  <a:gd name="connsiteX39" fmla="*/ 106363 w 7392987"/>
                  <a:gd name="connsiteY39" fmla="*/ 2798762 h 3606800"/>
                  <a:gd name="connsiteX40" fmla="*/ 7197725 w 7392987"/>
                  <a:gd name="connsiteY40" fmla="*/ 2509837 h 3606800"/>
                  <a:gd name="connsiteX41" fmla="*/ 7231063 w 7392987"/>
                  <a:gd name="connsiteY41" fmla="*/ 2611437 h 3606800"/>
                  <a:gd name="connsiteX42" fmla="*/ 6489701 w 7392987"/>
                  <a:gd name="connsiteY42" fmla="*/ 2854325 h 3606800"/>
                  <a:gd name="connsiteX43" fmla="*/ 6454775 w 7392987"/>
                  <a:gd name="connsiteY43" fmla="*/ 2752725 h 3606800"/>
                  <a:gd name="connsiteX44" fmla="*/ 195263 w 7392987"/>
                  <a:gd name="connsiteY44" fmla="*/ 2509837 h 3606800"/>
                  <a:gd name="connsiteX45" fmla="*/ 936626 w 7392987"/>
                  <a:gd name="connsiteY45" fmla="*/ 2752725 h 3606800"/>
                  <a:gd name="connsiteX46" fmla="*/ 903289 w 7392987"/>
                  <a:gd name="connsiteY46" fmla="*/ 2854325 h 3606800"/>
                  <a:gd name="connsiteX47" fmla="*/ 160338 w 7392987"/>
                  <a:gd name="connsiteY47" fmla="*/ 2611437 h 3606800"/>
                  <a:gd name="connsiteX48" fmla="*/ 7129463 w 7392987"/>
                  <a:gd name="connsiteY48" fmla="*/ 2327275 h 3606800"/>
                  <a:gd name="connsiteX49" fmla="*/ 7172325 w 7392987"/>
                  <a:gd name="connsiteY49" fmla="*/ 2428875 h 3606800"/>
                  <a:gd name="connsiteX50" fmla="*/ 6438899 w 7392987"/>
                  <a:gd name="connsiteY50" fmla="*/ 2709863 h 3606800"/>
                  <a:gd name="connsiteX51" fmla="*/ 6400799 w 7392987"/>
                  <a:gd name="connsiteY51" fmla="*/ 2608263 h 3606800"/>
                  <a:gd name="connsiteX52" fmla="*/ 261938 w 7392987"/>
                  <a:gd name="connsiteY52" fmla="*/ 2327275 h 3606800"/>
                  <a:gd name="connsiteX53" fmla="*/ 992188 w 7392987"/>
                  <a:gd name="connsiteY53" fmla="*/ 2608263 h 3606800"/>
                  <a:gd name="connsiteX54" fmla="*/ 954088 w 7392987"/>
                  <a:gd name="connsiteY54" fmla="*/ 2709863 h 3606800"/>
                  <a:gd name="connsiteX55" fmla="*/ 220663 w 7392987"/>
                  <a:gd name="connsiteY55" fmla="*/ 2428875 h 3606800"/>
                  <a:gd name="connsiteX56" fmla="*/ 7053263 w 7392987"/>
                  <a:gd name="connsiteY56" fmla="*/ 2149475 h 3606800"/>
                  <a:gd name="connsiteX57" fmla="*/ 7099299 w 7392987"/>
                  <a:gd name="connsiteY57" fmla="*/ 2246312 h 3606800"/>
                  <a:gd name="connsiteX58" fmla="*/ 6383337 w 7392987"/>
                  <a:gd name="connsiteY58" fmla="*/ 2565400 h 3606800"/>
                  <a:gd name="connsiteX59" fmla="*/ 6340475 w 7392987"/>
                  <a:gd name="connsiteY59" fmla="*/ 2468562 h 3606800"/>
                  <a:gd name="connsiteX60" fmla="*/ 338137 w 7392987"/>
                  <a:gd name="connsiteY60" fmla="*/ 2149475 h 3606800"/>
                  <a:gd name="connsiteX61" fmla="*/ 1050925 w 7392987"/>
                  <a:gd name="connsiteY61" fmla="*/ 2468562 h 3606800"/>
                  <a:gd name="connsiteX62" fmla="*/ 1008063 w 7392987"/>
                  <a:gd name="connsiteY62" fmla="*/ 2565400 h 3606800"/>
                  <a:gd name="connsiteX63" fmla="*/ 292100 w 7392987"/>
                  <a:gd name="connsiteY63" fmla="*/ 2246312 h 3606800"/>
                  <a:gd name="connsiteX64" fmla="*/ 6969125 w 7392987"/>
                  <a:gd name="connsiteY64" fmla="*/ 1974850 h 3606800"/>
                  <a:gd name="connsiteX65" fmla="*/ 7019925 w 7392987"/>
                  <a:gd name="connsiteY65" fmla="*/ 2073275 h 3606800"/>
                  <a:gd name="connsiteX66" fmla="*/ 6319837 w 7392987"/>
                  <a:gd name="connsiteY66" fmla="*/ 2425700 h 3606800"/>
                  <a:gd name="connsiteX67" fmla="*/ 6273799 w 7392987"/>
                  <a:gd name="connsiteY67" fmla="*/ 2332038 h 3606800"/>
                  <a:gd name="connsiteX68" fmla="*/ 423863 w 7392987"/>
                  <a:gd name="connsiteY68" fmla="*/ 1974850 h 3606800"/>
                  <a:gd name="connsiteX69" fmla="*/ 1119188 w 7392987"/>
                  <a:gd name="connsiteY69" fmla="*/ 2332038 h 3606800"/>
                  <a:gd name="connsiteX70" fmla="*/ 1071563 w 7392987"/>
                  <a:gd name="connsiteY70" fmla="*/ 2425700 h 3606800"/>
                  <a:gd name="connsiteX71" fmla="*/ 373063 w 7392987"/>
                  <a:gd name="connsiteY71" fmla="*/ 2073275 h 3606800"/>
                  <a:gd name="connsiteX72" fmla="*/ 6875463 w 7392987"/>
                  <a:gd name="connsiteY72" fmla="*/ 1804987 h 3606800"/>
                  <a:gd name="connsiteX73" fmla="*/ 6926263 w 7392987"/>
                  <a:gd name="connsiteY73" fmla="*/ 1898650 h 3606800"/>
                  <a:gd name="connsiteX74" fmla="*/ 6251575 w 7392987"/>
                  <a:gd name="connsiteY74" fmla="*/ 2289175 h 3606800"/>
                  <a:gd name="connsiteX75" fmla="*/ 6197599 w 7392987"/>
                  <a:gd name="connsiteY75" fmla="*/ 2195512 h 3606800"/>
                  <a:gd name="connsiteX76" fmla="*/ 517525 w 7392987"/>
                  <a:gd name="connsiteY76" fmla="*/ 1804987 h 3606800"/>
                  <a:gd name="connsiteX77" fmla="*/ 1195388 w 7392987"/>
                  <a:gd name="connsiteY77" fmla="*/ 2195512 h 3606800"/>
                  <a:gd name="connsiteX78" fmla="*/ 1139825 w 7392987"/>
                  <a:gd name="connsiteY78" fmla="*/ 2289175 h 3606800"/>
                  <a:gd name="connsiteX79" fmla="*/ 466725 w 7392987"/>
                  <a:gd name="connsiteY79" fmla="*/ 1898650 h 3606800"/>
                  <a:gd name="connsiteX80" fmla="*/ 6769101 w 7392987"/>
                  <a:gd name="connsiteY80" fmla="*/ 1639887 h 3606800"/>
                  <a:gd name="connsiteX81" fmla="*/ 6827839 w 7392987"/>
                  <a:gd name="connsiteY81" fmla="*/ 1733550 h 3606800"/>
                  <a:gd name="connsiteX82" fmla="*/ 6175375 w 7392987"/>
                  <a:gd name="connsiteY82" fmla="*/ 2157412 h 3606800"/>
                  <a:gd name="connsiteX83" fmla="*/ 6116639 w 7392987"/>
                  <a:gd name="connsiteY83" fmla="*/ 2068512 h 3606800"/>
                  <a:gd name="connsiteX84" fmla="*/ 622301 w 7392987"/>
                  <a:gd name="connsiteY84" fmla="*/ 1639887 h 3606800"/>
                  <a:gd name="connsiteX85" fmla="*/ 1276351 w 7392987"/>
                  <a:gd name="connsiteY85" fmla="*/ 2068512 h 3606800"/>
                  <a:gd name="connsiteX86" fmla="*/ 1216026 w 7392987"/>
                  <a:gd name="connsiteY86" fmla="*/ 2157412 h 3606800"/>
                  <a:gd name="connsiteX87" fmla="*/ 563563 w 7392987"/>
                  <a:gd name="connsiteY87" fmla="*/ 1733550 h 3606800"/>
                  <a:gd name="connsiteX88" fmla="*/ 6659563 w 7392987"/>
                  <a:gd name="connsiteY88" fmla="*/ 1482725 h 3606800"/>
                  <a:gd name="connsiteX89" fmla="*/ 6723063 w 7392987"/>
                  <a:gd name="connsiteY89" fmla="*/ 1571625 h 3606800"/>
                  <a:gd name="connsiteX90" fmla="*/ 6091238 w 7392987"/>
                  <a:gd name="connsiteY90" fmla="*/ 2030413 h 3606800"/>
                  <a:gd name="connsiteX91" fmla="*/ 6027738 w 7392987"/>
                  <a:gd name="connsiteY91" fmla="*/ 1944688 h 3606800"/>
                  <a:gd name="connsiteX92" fmla="*/ 733425 w 7392987"/>
                  <a:gd name="connsiteY92" fmla="*/ 1482725 h 3606800"/>
                  <a:gd name="connsiteX93" fmla="*/ 1365250 w 7392987"/>
                  <a:gd name="connsiteY93" fmla="*/ 1944688 h 3606800"/>
                  <a:gd name="connsiteX94" fmla="*/ 1301750 w 7392987"/>
                  <a:gd name="connsiteY94" fmla="*/ 2030413 h 3606800"/>
                  <a:gd name="connsiteX95" fmla="*/ 669925 w 7392987"/>
                  <a:gd name="connsiteY95" fmla="*/ 1571625 h 3606800"/>
                  <a:gd name="connsiteX96" fmla="*/ 6535739 w 7392987"/>
                  <a:gd name="connsiteY96" fmla="*/ 1328737 h 3606800"/>
                  <a:gd name="connsiteX97" fmla="*/ 6604001 w 7392987"/>
                  <a:gd name="connsiteY97" fmla="*/ 1414462 h 3606800"/>
                  <a:gd name="connsiteX98" fmla="*/ 5997576 w 7392987"/>
                  <a:gd name="connsiteY98" fmla="*/ 1906587 h 3606800"/>
                  <a:gd name="connsiteX99" fmla="*/ 5929313 w 7392987"/>
                  <a:gd name="connsiteY99" fmla="*/ 1822450 h 3606800"/>
                  <a:gd name="connsiteX100" fmla="*/ 855663 w 7392987"/>
                  <a:gd name="connsiteY100" fmla="*/ 1328737 h 3606800"/>
                  <a:gd name="connsiteX101" fmla="*/ 1462088 w 7392987"/>
                  <a:gd name="connsiteY101" fmla="*/ 1822450 h 3606800"/>
                  <a:gd name="connsiteX102" fmla="*/ 1393825 w 7392987"/>
                  <a:gd name="connsiteY102" fmla="*/ 1906587 h 3606800"/>
                  <a:gd name="connsiteX103" fmla="*/ 788988 w 7392987"/>
                  <a:gd name="connsiteY103" fmla="*/ 1414462 h 3606800"/>
                  <a:gd name="connsiteX104" fmla="*/ 6408739 w 7392987"/>
                  <a:gd name="connsiteY104" fmla="*/ 1184275 h 3606800"/>
                  <a:gd name="connsiteX105" fmla="*/ 6481763 w 7392987"/>
                  <a:gd name="connsiteY105" fmla="*/ 1265238 h 3606800"/>
                  <a:gd name="connsiteX106" fmla="*/ 5900738 w 7392987"/>
                  <a:gd name="connsiteY106" fmla="*/ 1787525 h 3606800"/>
                  <a:gd name="connsiteX107" fmla="*/ 5827713 w 7392987"/>
                  <a:gd name="connsiteY107" fmla="*/ 1706562 h 3606800"/>
                  <a:gd name="connsiteX108" fmla="*/ 982663 w 7392987"/>
                  <a:gd name="connsiteY108" fmla="*/ 1184275 h 3606800"/>
                  <a:gd name="connsiteX109" fmla="*/ 1563688 w 7392987"/>
                  <a:gd name="connsiteY109" fmla="*/ 1706562 h 3606800"/>
                  <a:gd name="connsiteX110" fmla="*/ 1492250 w 7392987"/>
                  <a:gd name="connsiteY110" fmla="*/ 1787525 h 3606800"/>
                  <a:gd name="connsiteX111" fmla="*/ 911225 w 7392987"/>
                  <a:gd name="connsiteY111" fmla="*/ 1265238 h 3606800"/>
                  <a:gd name="connsiteX112" fmla="*/ 6273801 w 7392987"/>
                  <a:gd name="connsiteY112" fmla="*/ 1044575 h 3606800"/>
                  <a:gd name="connsiteX113" fmla="*/ 6350001 w 7392987"/>
                  <a:gd name="connsiteY113" fmla="*/ 1120775 h 3606800"/>
                  <a:gd name="connsiteX114" fmla="*/ 5799138 w 7392987"/>
                  <a:gd name="connsiteY114" fmla="*/ 1677988 h 3606800"/>
                  <a:gd name="connsiteX115" fmla="*/ 5722938 w 7392987"/>
                  <a:gd name="connsiteY115" fmla="*/ 1601788 h 3606800"/>
                  <a:gd name="connsiteX116" fmla="*/ 1119188 w 7392987"/>
                  <a:gd name="connsiteY116" fmla="*/ 1044575 h 3606800"/>
                  <a:gd name="connsiteX117" fmla="*/ 1670051 w 7392987"/>
                  <a:gd name="connsiteY117" fmla="*/ 1601788 h 3606800"/>
                  <a:gd name="connsiteX118" fmla="*/ 1593851 w 7392987"/>
                  <a:gd name="connsiteY118" fmla="*/ 1677988 h 3606800"/>
                  <a:gd name="connsiteX119" fmla="*/ 1042988 w 7392987"/>
                  <a:gd name="connsiteY119" fmla="*/ 1120775 h 3606800"/>
                  <a:gd name="connsiteX120" fmla="*/ 6134099 w 7392987"/>
                  <a:gd name="connsiteY120" fmla="*/ 912812 h 3606800"/>
                  <a:gd name="connsiteX121" fmla="*/ 6213475 w 7392987"/>
                  <a:gd name="connsiteY121" fmla="*/ 985837 h 3606800"/>
                  <a:gd name="connsiteX122" fmla="*/ 5688013 w 7392987"/>
                  <a:gd name="connsiteY122" fmla="*/ 1566862 h 3606800"/>
                  <a:gd name="connsiteX123" fmla="*/ 5607050 w 7392987"/>
                  <a:gd name="connsiteY123" fmla="*/ 1495424 h 3606800"/>
                  <a:gd name="connsiteX124" fmla="*/ 1258887 w 7392987"/>
                  <a:gd name="connsiteY124" fmla="*/ 912812 h 3606800"/>
                  <a:gd name="connsiteX125" fmla="*/ 1784350 w 7392987"/>
                  <a:gd name="connsiteY125" fmla="*/ 1495424 h 3606800"/>
                  <a:gd name="connsiteX126" fmla="*/ 1703387 w 7392987"/>
                  <a:gd name="connsiteY126" fmla="*/ 1566862 h 3606800"/>
                  <a:gd name="connsiteX127" fmla="*/ 1177925 w 7392987"/>
                  <a:gd name="connsiteY127" fmla="*/ 985837 h 3606800"/>
                  <a:gd name="connsiteX128" fmla="*/ 5980113 w 7392987"/>
                  <a:gd name="connsiteY128" fmla="*/ 788987 h 3606800"/>
                  <a:gd name="connsiteX129" fmla="*/ 6065838 w 7392987"/>
                  <a:gd name="connsiteY129" fmla="*/ 857250 h 3606800"/>
                  <a:gd name="connsiteX130" fmla="*/ 5573713 w 7392987"/>
                  <a:gd name="connsiteY130" fmla="*/ 1470025 h 3606800"/>
                  <a:gd name="connsiteX131" fmla="*/ 5489575 w 7392987"/>
                  <a:gd name="connsiteY131" fmla="*/ 1397000 h 3606800"/>
                  <a:gd name="connsiteX132" fmla="*/ 1411288 w 7392987"/>
                  <a:gd name="connsiteY132" fmla="*/ 788987 h 3606800"/>
                  <a:gd name="connsiteX133" fmla="*/ 1903413 w 7392987"/>
                  <a:gd name="connsiteY133" fmla="*/ 1397000 h 3606800"/>
                  <a:gd name="connsiteX134" fmla="*/ 1817688 w 7392987"/>
                  <a:gd name="connsiteY134" fmla="*/ 1470025 h 3606800"/>
                  <a:gd name="connsiteX135" fmla="*/ 1327150 w 7392987"/>
                  <a:gd name="connsiteY135" fmla="*/ 857250 h 3606800"/>
                  <a:gd name="connsiteX136" fmla="*/ 5827713 w 7392987"/>
                  <a:gd name="connsiteY136" fmla="*/ 674687 h 3606800"/>
                  <a:gd name="connsiteX137" fmla="*/ 5913438 w 7392987"/>
                  <a:gd name="connsiteY137" fmla="*/ 738187 h 3606800"/>
                  <a:gd name="connsiteX138" fmla="*/ 5454650 w 7392987"/>
                  <a:gd name="connsiteY138" fmla="*/ 1371600 h 3606800"/>
                  <a:gd name="connsiteX139" fmla="*/ 5365750 w 7392987"/>
                  <a:gd name="connsiteY139" fmla="*/ 1308100 h 3606800"/>
                  <a:gd name="connsiteX140" fmla="*/ 1563687 w 7392987"/>
                  <a:gd name="connsiteY140" fmla="*/ 674687 h 3606800"/>
                  <a:gd name="connsiteX141" fmla="*/ 2025650 w 7392987"/>
                  <a:gd name="connsiteY141" fmla="*/ 1308100 h 3606800"/>
                  <a:gd name="connsiteX142" fmla="*/ 1936750 w 7392987"/>
                  <a:gd name="connsiteY142" fmla="*/ 1371600 h 3606800"/>
                  <a:gd name="connsiteX143" fmla="*/ 1479550 w 7392987"/>
                  <a:gd name="connsiteY143" fmla="*/ 738187 h 3606800"/>
                  <a:gd name="connsiteX144" fmla="*/ 5667375 w 7392987"/>
                  <a:gd name="connsiteY144" fmla="*/ 568325 h 3606800"/>
                  <a:gd name="connsiteX145" fmla="*/ 5756275 w 7392987"/>
                  <a:gd name="connsiteY145" fmla="*/ 623888 h 3606800"/>
                  <a:gd name="connsiteX146" fmla="*/ 5332413 w 7392987"/>
                  <a:gd name="connsiteY146" fmla="*/ 1282700 h 3606800"/>
                  <a:gd name="connsiteX147" fmla="*/ 5238750 w 7392987"/>
                  <a:gd name="connsiteY147" fmla="*/ 1222375 h 3606800"/>
                  <a:gd name="connsiteX148" fmla="*/ 1725613 w 7392987"/>
                  <a:gd name="connsiteY148" fmla="*/ 568325 h 3606800"/>
                  <a:gd name="connsiteX149" fmla="*/ 2152651 w 7392987"/>
                  <a:gd name="connsiteY149" fmla="*/ 1222375 h 3606800"/>
                  <a:gd name="connsiteX150" fmla="*/ 2060576 w 7392987"/>
                  <a:gd name="connsiteY150" fmla="*/ 1282700 h 3606800"/>
                  <a:gd name="connsiteX151" fmla="*/ 1636713 w 7392987"/>
                  <a:gd name="connsiteY151" fmla="*/ 623888 h 3606800"/>
                  <a:gd name="connsiteX152" fmla="*/ 5497513 w 7392987"/>
                  <a:gd name="connsiteY152" fmla="*/ 466725 h 3606800"/>
                  <a:gd name="connsiteX153" fmla="*/ 5594351 w 7392987"/>
                  <a:gd name="connsiteY153" fmla="*/ 522288 h 3606800"/>
                  <a:gd name="connsiteX154" fmla="*/ 5200651 w 7392987"/>
                  <a:gd name="connsiteY154" fmla="*/ 1201738 h 3606800"/>
                  <a:gd name="connsiteX155" fmla="*/ 5106988 w 7392987"/>
                  <a:gd name="connsiteY155" fmla="*/ 1146175 h 3606800"/>
                  <a:gd name="connsiteX156" fmla="*/ 1893888 w 7392987"/>
                  <a:gd name="connsiteY156" fmla="*/ 466725 h 3606800"/>
                  <a:gd name="connsiteX157" fmla="*/ 2284413 w 7392987"/>
                  <a:gd name="connsiteY157" fmla="*/ 1146175 h 3606800"/>
                  <a:gd name="connsiteX158" fmla="*/ 2190750 w 7392987"/>
                  <a:gd name="connsiteY158" fmla="*/ 1201738 h 3606800"/>
                  <a:gd name="connsiteX159" fmla="*/ 1797050 w 7392987"/>
                  <a:gd name="connsiteY159" fmla="*/ 522288 h 3606800"/>
                  <a:gd name="connsiteX160" fmla="*/ 5327650 w 7392987"/>
                  <a:gd name="connsiteY160" fmla="*/ 377825 h 3606800"/>
                  <a:gd name="connsiteX161" fmla="*/ 5426075 w 7392987"/>
                  <a:gd name="connsiteY161" fmla="*/ 428625 h 3606800"/>
                  <a:gd name="connsiteX162" fmla="*/ 5068887 w 7392987"/>
                  <a:gd name="connsiteY162" fmla="*/ 1125538 h 3606800"/>
                  <a:gd name="connsiteX163" fmla="*/ 4972050 w 7392987"/>
                  <a:gd name="connsiteY163" fmla="*/ 1074738 h 3606800"/>
                  <a:gd name="connsiteX164" fmla="*/ 2063751 w 7392987"/>
                  <a:gd name="connsiteY164" fmla="*/ 377825 h 3606800"/>
                  <a:gd name="connsiteX165" fmla="*/ 2420938 w 7392987"/>
                  <a:gd name="connsiteY165" fmla="*/ 1074738 h 3606800"/>
                  <a:gd name="connsiteX166" fmla="*/ 2322513 w 7392987"/>
                  <a:gd name="connsiteY166" fmla="*/ 1125538 h 3606800"/>
                  <a:gd name="connsiteX167" fmla="*/ 1966913 w 7392987"/>
                  <a:gd name="connsiteY167" fmla="*/ 428625 h 3606800"/>
                  <a:gd name="connsiteX168" fmla="*/ 5149850 w 7392987"/>
                  <a:gd name="connsiteY168" fmla="*/ 296862 h 3606800"/>
                  <a:gd name="connsiteX169" fmla="*/ 5251450 w 7392987"/>
                  <a:gd name="connsiteY169" fmla="*/ 339725 h 3606800"/>
                  <a:gd name="connsiteX170" fmla="*/ 4933950 w 7392987"/>
                  <a:gd name="connsiteY170" fmla="*/ 1057275 h 3606800"/>
                  <a:gd name="connsiteX171" fmla="*/ 4832350 w 7392987"/>
                  <a:gd name="connsiteY171" fmla="*/ 1011238 h 3606800"/>
                  <a:gd name="connsiteX172" fmla="*/ 2241550 w 7392987"/>
                  <a:gd name="connsiteY172" fmla="*/ 296862 h 3606800"/>
                  <a:gd name="connsiteX173" fmla="*/ 2560638 w 7392987"/>
                  <a:gd name="connsiteY173" fmla="*/ 1011238 h 3606800"/>
                  <a:gd name="connsiteX174" fmla="*/ 2459038 w 7392987"/>
                  <a:gd name="connsiteY174" fmla="*/ 1057275 h 3606800"/>
                  <a:gd name="connsiteX175" fmla="*/ 2139950 w 7392987"/>
                  <a:gd name="connsiteY175" fmla="*/ 339725 h 3606800"/>
                  <a:gd name="connsiteX176" fmla="*/ 4972050 w 7392987"/>
                  <a:gd name="connsiteY176" fmla="*/ 225425 h 3606800"/>
                  <a:gd name="connsiteX177" fmla="*/ 5073650 w 7392987"/>
                  <a:gd name="connsiteY177" fmla="*/ 263525 h 3606800"/>
                  <a:gd name="connsiteX178" fmla="*/ 4794250 w 7392987"/>
                  <a:gd name="connsiteY178" fmla="*/ 993775 h 3606800"/>
                  <a:gd name="connsiteX179" fmla="*/ 4692650 w 7392987"/>
                  <a:gd name="connsiteY179" fmla="*/ 955675 h 3606800"/>
                  <a:gd name="connsiteX180" fmla="*/ 2420938 w 7392987"/>
                  <a:gd name="connsiteY180" fmla="*/ 225425 h 3606800"/>
                  <a:gd name="connsiteX181" fmla="*/ 2700338 w 7392987"/>
                  <a:gd name="connsiteY181" fmla="*/ 955675 h 3606800"/>
                  <a:gd name="connsiteX182" fmla="*/ 2598738 w 7392987"/>
                  <a:gd name="connsiteY182" fmla="*/ 993775 h 3606800"/>
                  <a:gd name="connsiteX183" fmla="*/ 2317750 w 7392987"/>
                  <a:gd name="connsiteY183" fmla="*/ 263525 h 3606800"/>
                  <a:gd name="connsiteX184" fmla="*/ 4789488 w 7392987"/>
                  <a:gd name="connsiteY184" fmla="*/ 160337 h 3606800"/>
                  <a:gd name="connsiteX185" fmla="*/ 4891088 w 7392987"/>
                  <a:gd name="connsiteY185" fmla="*/ 195262 h 3606800"/>
                  <a:gd name="connsiteX186" fmla="*/ 4649788 w 7392987"/>
                  <a:gd name="connsiteY186" fmla="*/ 942975 h 3606800"/>
                  <a:gd name="connsiteX187" fmla="*/ 4548188 w 7392987"/>
                  <a:gd name="connsiteY187" fmla="*/ 908050 h 3606800"/>
                  <a:gd name="connsiteX188" fmla="*/ 2601913 w 7392987"/>
                  <a:gd name="connsiteY188" fmla="*/ 160337 h 3606800"/>
                  <a:gd name="connsiteX189" fmla="*/ 2844801 w 7392987"/>
                  <a:gd name="connsiteY189" fmla="*/ 908050 h 3606800"/>
                  <a:gd name="connsiteX190" fmla="*/ 2741613 w 7392987"/>
                  <a:gd name="connsiteY190" fmla="*/ 942975 h 3606800"/>
                  <a:gd name="connsiteX191" fmla="*/ 2500313 w 7392987"/>
                  <a:gd name="connsiteY191" fmla="*/ 195262 h 3606800"/>
                  <a:gd name="connsiteX192" fmla="*/ 4603751 w 7392987"/>
                  <a:gd name="connsiteY192" fmla="*/ 109537 h 3606800"/>
                  <a:gd name="connsiteX193" fmla="*/ 4705351 w 7392987"/>
                  <a:gd name="connsiteY193" fmla="*/ 139700 h 3606800"/>
                  <a:gd name="connsiteX194" fmla="*/ 4505326 w 7392987"/>
                  <a:gd name="connsiteY194" fmla="*/ 895350 h 3606800"/>
                  <a:gd name="connsiteX195" fmla="*/ 4398963 w 7392987"/>
                  <a:gd name="connsiteY195" fmla="*/ 866775 h 3606800"/>
                  <a:gd name="connsiteX196" fmla="*/ 2789238 w 7392987"/>
                  <a:gd name="connsiteY196" fmla="*/ 109537 h 3606800"/>
                  <a:gd name="connsiteX197" fmla="*/ 2992438 w 7392987"/>
                  <a:gd name="connsiteY197" fmla="*/ 866775 h 3606800"/>
                  <a:gd name="connsiteX198" fmla="*/ 2886075 w 7392987"/>
                  <a:gd name="connsiteY198" fmla="*/ 895350 h 3606800"/>
                  <a:gd name="connsiteX199" fmla="*/ 2687638 w 7392987"/>
                  <a:gd name="connsiteY199" fmla="*/ 139700 h 3606800"/>
                  <a:gd name="connsiteX200" fmla="*/ 4411663 w 7392987"/>
                  <a:gd name="connsiteY200" fmla="*/ 68262 h 3606800"/>
                  <a:gd name="connsiteX201" fmla="*/ 4518025 w 7392987"/>
                  <a:gd name="connsiteY201" fmla="*/ 88900 h 3606800"/>
                  <a:gd name="connsiteX202" fmla="*/ 4357687 w 7392987"/>
                  <a:gd name="connsiteY202" fmla="*/ 857250 h 3606800"/>
                  <a:gd name="connsiteX203" fmla="*/ 4251325 w 7392987"/>
                  <a:gd name="connsiteY203" fmla="*/ 831850 h 3606800"/>
                  <a:gd name="connsiteX204" fmla="*/ 2979737 w 7392987"/>
                  <a:gd name="connsiteY204" fmla="*/ 68262 h 3606800"/>
                  <a:gd name="connsiteX205" fmla="*/ 3140075 w 7392987"/>
                  <a:gd name="connsiteY205" fmla="*/ 831850 h 3606800"/>
                  <a:gd name="connsiteX206" fmla="*/ 3035300 w 7392987"/>
                  <a:gd name="connsiteY206" fmla="*/ 857250 h 3606800"/>
                  <a:gd name="connsiteX207" fmla="*/ 2873375 w 7392987"/>
                  <a:gd name="connsiteY207" fmla="*/ 88900 h 3606800"/>
                  <a:gd name="connsiteX208" fmla="*/ 4221163 w 7392987"/>
                  <a:gd name="connsiteY208" fmla="*/ 33337 h 3606800"/>
                  <a:gd name="connsiteX209" fmla="*/ 4327525 w 7392987"/>
                  <a:gd name="connsiteY209" fmla="*/ 50800 h 3606800"/>
                  <a:gd name="connsiteX210" fmla="*/ 4205287 w 7392987"/>
                  <a:gd name="connsiteY210" fmla="*/ 823912 h 3606800"/>
                  <a:gd name="connsiteX211" fmla="*/ 4098925 w 7392987"/>
                  <a:gd name="connsiteY211" fmla="*/ 806450 h 3606800"/>
                  <a:gd name="connsiteX212" fmla="*/ 3170238 w 7392987"/>
                  <a:gd name="connsiteY212" fmla="*/ 33337 h 3606800"/>
                  <a:gd name="connsiteX213" fmla="*/ 3294063 w 7392987"/>
                  <a:gd name="connsiteY213" fmla="*/ 806450 h 3606800"/>
                  <a:gd name="connsiteX214" fmla="*/ 3187700 w 7392987"/>
                  <a:gd name="connsiteY214" fmla="*/ 823912 h 3606800"/>
                  <a:gd name="connsiteX215" fmla="*/ 3063875 w 7392987"/>
                  <a:gd name="connsiteY215" fmla="*/ 50800 h 3606800"/>
                  <a:gd name="connsiteX216" fmla="*/ 4030663 w 7392987"/>
                  <a:gd name="connsiteY216" fmla="*/ 12700 h 3606800"/>
                  <a:gd name="connsiteX217" fmla="*/ 4137025 w 7392987"/>
                  <a:gd name="connsiteY217" fmla="*/ 25400 h 3606800"/>
                  <a:gd name="connsiteX218" fmla="*/ 4056063 w 7392987"/>
                  <a:gd name="connsiteY218" fmla="*/ 803275 h 3606800"/>
                  <a:gd name="connsiteX219" fmla="*/ 3946525 w 7392987"/>
                  <a:gd name="connsiteY219" fmla="*/ 788988 h 3606800"/>
                  <a:gd name="connsiteX220" fmla="*/ 3360738 w 7392987"/>
                  <a:gd name="connsiteY220" fmla="*/ 12700 h 3606800"/>
                  <a:gd name="connsiteX221" fmla="*/ 3446463 w 7392987"/>
                  <a:gd name="connsiteY221" fmla="*/ 788988 h 3606800"/>
                  <a:gd name="connsiteX222" fmla="*/ 3335338 w 7392987"/>
                  <a:gd name="connsiteY222" fmla="*/ 803275 h 3606800"/>
                  <a:gd name="connsiteX223" fmla="*/ 3255963 w 7392987"/>
                  <a:gd name="connsiteY223" fmla="*/ 25400 h 3606800"/>
                  <a:gd name="connsiteX224" fmla="*/ 3835400 w 7392987"/>
                  <a:gd name="connsiteY224" fmla="*/ 0 h 3606800"/>
                  <a:gd name="connsiteX225" fmla="*/ 3941763 w 7392987"/>
                  <a:gd name="connsiteY225" fmla="*/ 7938 h 3606800"/>
                  <a:gd name="connsiteX226" fmla="*/ 3903663 w 7392987"/>
                  <a:gd name="connsiteY226" fmla="*/ 788988 h 3606800"/>
                  <a:gd name="connsiteX227" fmla="*/ 3794125 w 7392987"/>
                  <a:gd name="connsiteY227" fmla="*/ 781050 h 3606800"/>
                  <a:gd name="connsiteX228" fmla="*/ 3641725 w 7392987"/>
                  <a:gd name="connsiteY228" fmla="*/ 0 h 3606800"/>
                  <a:gd name="connsiteX229" fmla="*/ 3751263 w 7392987"/>
                  <a:gd name="connsiteY229" fmla="*/ 0 h 3606800"/>
                  <a:gd name="connsiteX230" fmla="*/ 3751263 w 7392987"/>
                  <a:gd name="connsiteY230" fmla="*/ 781050 h 3606800"/>
                  <a:gd name="connsiteX231" fmla="*/ 3641725 w 7392987"/>
                  <a:gd name="connsiteY231" fmla="*/ 781050 h 3606800"/>
                  <a:gd name="connsiteX232" fmla="*/ 3556001 w 7392987"/>
                  <a:gd name="connsiteY232" fmla="*/ 0 h 3606800"/>
                  <a:gd name="connsiteX233" fmla="*/ 3598863 w 7392987"/>
                  <a:gd name="connsiteY233" fmla="*/ 781050 h 3606800"/>
                  <a:gd name="connsiteX234" fmla="*/ 3487738 w 7392987"/>
                  <a:gd name="connsiteY234" fmla="*/ 788988 h 3606800"/>
                  <a:gd name="connsiteX235" fmla="*/ 3449638 w 7392987"/>
                  <a:gd name="connsiteY235" fmla="*/ 7938 h 360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</a:cxnLst>
                <a:rect l="l" t="t" r="r" b="b"/>
                <a:pathLst>
                  <a:path w="7392987" h="3606800">
                    <a:moveTo>
                      <a:pt x="7388225" y="3457575"/>
                    </a:moveTo>
                    <a:lnTo>
                      <a:pt x="7392987" y="3568700"/>
                    </a:lnTo>
                    <a:lnTo>
                      <a:pt x="6611939" y="3606800"/>
                    </a:lnTo>
                    <a:lnTo>
                      <a:pt x="6608763" y="3500438"/>
                    </a:lnTo>
                    <a:close/>
                    <a:moveTo>
                      <a:pt x="4763" y="3457575"/>
                    </a:moveTo>
                    <a:lnTo>
                      <a:pt x="784225" y="3500438"/>
                    </a:lnTo>
                    <a:lnTo>
                      <a:pt x="779463" y="3606800"/>
                    </a:lnTo>
                    <a:lnTo>
                      <a:pt x="0" y="3568700"/>
                    </a:lnTo>
                    <a:close/>
                    <a:moveTo>
                      <a:pt x="7370763" y="3267075"/>
                    </a:moveTo>
                    <a:lnTo>
                      <a:pt x="7383463" y="3371850"/>
                    </a:lnTo>
                    <a:lnTo>
                      <a:pt x="6604001" y="3452813"/>
                    </a:lnTo>
                    <a:lnTo>
                      <a:pt x="6596063" y="3346450"/>
                    </a:lnTo>
                    <a:close/>
                    <a:moveTo>
                      <a:pt x="20638" y="3267075"/>
                    </a:moveTo>
                    <a:lnTo>
                      <a:pt x="796926" y="3346450"/>
                    </a:lnTo>
                    <a:lnTo>
                      <a:pt x="788989" y="3452813"/>
                    </a:lnTo>
                    <a:lnTo>
                      <a:pt x="7938" y="3371850"/>
                    </a:lnTo>
                    <a:close/>
                    <a:moveTo>
                      <a:pt x="7342187" y="3070225"/>
                    </a:moveTo>
                    <a:lnTo>
                      <a:pt x="7358063" y="3181350"/>
                    </a:lnTo>
                    <a:lnTo>
                      <a:pt x="6586539" y="3305175"/>
                    </a:lnTo>
                    <a:lnTo>
                      <a:pt x="6570663" y="3194050"/>
                    </a:lnTo>
                    <a:close/>
                    <a:moveTo>
                      <a:pt x="50801" y="3070225"/>
                    </a:moveTo>
                    <a:lnTo>
                      <a:pt x="822326" y="3194050"/>
                    </a:lnTo>
                    <a:lnTo>
                      <a:pt x="804863" y="3305175"/>
                    </a:lnTo>
                    <a:lnTo>
                      <a:pt x="33338" y="3181350"/>
                    </a:lnTo>
                    <a:close/>
                    <a:moveTo>
                      <a:pt x="7304087" y="2884487"/>
                    </a:moveTo>
                    <a:lnTo>
                      <a:pt x="7329487" y="2990850"/>
                    </a:lnTo>
                    <a:lnTo>
                      <a:pt x="6561137" y="3151187"/>
                    </a:lnTo>
                    <a:lnTo>
                      <a:pt x="6540499" y="3044824"/>
                    </a:lnTo>
                    <a:close/>
                    <a:moveTo>
                      <a:pt x="88900" y="2884487"/>
                    </a:moveTo>
                    <a:lnTo>
                      <a:pt x="852488" y="3044824"/>
                    </a:lnTo>
                    <a:lnTo>
                      <a:pt x="830263" y="3151187"/>
                    </a:lnTo>
                    <a:lnTo>
                      <a:pt x="63500" y="2990850"/>
                    </a:lnTo>
                    <a:close/>
                    <a:moveTo>
                      <a:pt x="7256463" y="2692400"/>
                    </a:moveTo>
                    <a:lnTo>
                      <a:pt x="7286625" y="2798762"/>
                    </a:lnTo>
                    <a:lnTo>
                      <a:pt x="6527799" y="3003550"/>
                    </a:lnTo>
                    <a:lnTo>
                      <a:pt x="6502399" y="2897188"/>
                    </a:lnTo>
                    <a:close/>
                    <a:moveTo>
                      <a:pt x="134938" y="2692400"/>
                    </a:moveTo>
                    <a:lnTo>
                      <a:pt x="890588" y="2897188"/>
                    </a:lnTo>
                    <a:lnTo>
                      <a:pt x="865188" y="3003550"/>
                    </a:lnTo>
                    <a:lnTo>
                      <a:pt x="106363" y="2798762"/>
                    </a:lnTo>
                    <a:close/>
                    <a:moveTo>
                      <a:pt x="7197725" y="2509837"/>
                    </a:moveTo>
                    <a:lnTo>
                      <a:pt x="7231063" y="2611437"/>
                    </a:lnTo>
                    <a:lnTo>
                      <a:pt x="6489701" y="2854325"/>
                    </a:lnTo>
                    <a:lnTo>
                      <a:pt x="6454775" y="2752725"/>
                    </a:lnTo>
                    <a:close/>
                    <a:moveTo>
                      <a:pt x="195263" y="2509837"/>
                    </a:moveTo>
                    <a:lnTo>
                      <a:pt x="936626" y="2752725"/>
                    </a:lnTo>
                    <a:lnTo>
                      <a:pt x="903289" y="2854325"/>
                    </a:lnTo>
                    <a:lnTo>
                      <a:pt x="160338" y="2611437"/>
                    </a:lnTo>
                    <a:close/>
                    <a:moveTo>
                      <a:pt x="7129463" y="2327275"/>
                    </a:moveTo>
                    <a:lnTo>
                      <a:pt x="7172325" y="2428875"/>
                    </a:lnTo>
                    <a:lnTo>
                      <a:pt x="6438899" y="2709863"/>
                    </a:lnTo>
                    <a:lnTo>
                      <a:pt x="6400799" y="2608263"/>
                    </a:lnTo>
                    <a:close/>
                    <a:moveTo>
                      <a:pt x="261938" y="2327275"/>
                    </a:moveTo>
                    <a:lnTo>
                      <a:pt x="992188" y="2608263"/>
                    </a:lnTo>
                    <a:lnTo>
                      <a:pt x="954088" y="2709863"/>
                    </a:lnTo>
                    <a:lnTo>
                      <a:pt x="220663" y="2428875"/>
                    </a:lnTo>
                    <a:close/>
                    <a:moveTo>
                      <a:pt x="7053263" y="2149475"/>
                    </a:moveTo>
                    <a:lnTo>
                      <a:pt x="7099299" y="2246312"/>
                    </a:lnTo>
                    <a:lnTo>
                      <a:pt x="6383337" y="2565400"/>
                    </a:lnTo>
                    <a:lnTo>
                      <a:pt x="6340475" y="2468562"/>
                    </a:lnTo>
                    <a:close/>
                    <a:moveTo>
                      <a:pt x="338137" y="2149475"/>
                    </a:moveTo>
                    <a:lnTo>
                      <a:pt x="1050925" y="2468562"/>
                    </a:lnTo>
                    <a:lnTo>
                      <a:pt x="1008063" y="2565400"/>
                    </a:lnTo>
                    <a:lnTo>
                      <a:pt x="292100" y="2246312"/>
                    </a:lnTo>
                    <a:close/>
                    <a:moveTo>
                      <a:pt x="6969125" y="1974850"/>
                    </a:moveTo>
                    <a:lnTo>
                      <a:pt x="7019925" y="2073275"/>
                    </a:lnTo>
                    <a:lnTo>
                      <a:pt x="6319837" y="2425700"/>
                    </a:lnTo>
                    <a:lnTo>
                      <a:pt x="6273799" y="2332038"/>
                    </a:lnTo>
                    <a:close/>
                    <a:moveTo>
                      <a:pt x="423863" y="1974850"/>
                    </a:moveTo>
                    <a:lnTo>
                      <a:pt x="1119188" y="2332038"/>
                    </a:lnTo>
                    <a:lnTo>
                      <a:pt x="1071563" y="2425700"/>
                    </a:lnTo>
                    <a:lnTo>
                      <a:pt x="373063" y="2073275"/>
                    </a:lnTo>
                    <a:close/>
                    <a:moveTo>
                      <a:pt x="6875463" y="1804987"/>
                    </a:moveTo>
                    <a:lnTo>
                      <a:pt x="6926263" y="1898650"/>
                    </a:lnTo>
                    <a:lnTo>
                      <a:pt x="6251575" y="2289175"/>
                    </a:lnTo>
                    <a:lnTo>
                      <a:pt x="6197599" y="2195512"/>
                    </a:lnTo>
                    <a:close/>
                    <a:moveTo>
                      <a:pt x="517525" y="1804987"/>
                    </a:moveTo>
                    <a:lnTo>
                      <a:pt x="1195388" y="2195512"/>
                    </a:lnTo>
                    <a:lnTo>
                      <a:pt x="1139825" y="2289175"/>
                    </a:lnTo>
                    <a:lnTo>
                      <a:pt x="466725" y="1898650"/>
                    </a:lnTo>
                    <a:close/>
                    <a:moveTo>
                      <a:pt x="6769101" y="1639887"/>
                    </a:moveTo>
                    <a:lnTo>
                      <a:pt x="6827839" y="1733550"/>
                    </a:lnTo>
                    <a:lnTo>
                      <a:pt x="6175375" y="2157412"/>
                    </a:lnTo>
                    <a:lnTo>
                      <a:pt x="6116639" y="2068512"/>
                    </a:lnTo>
                    <a:close/>
                    <a:moveTo>
                      <a:pt x="622301" y="1639887"/>
                    </a:moveTo>
                    <a:lnTo>
                      <a:pt x="1276351" y="2068512"/>
                    </a:lnTo>
                    <a:lnTo>
                      <a:pt x="1216026" y="2157412"/>
                    </a:lnTo>
                    <a:lnTo>
                      <a:pt x="563563" y="1733550"/>
                    </a:lnTo>
                    <a:close/>
                    <a:moveTo>
                      <a:pt x="6659563" y="1482725"/>
                    </a:moveTo>
                    <a:lnTo>
                      <a:pt x="6723063" y="1571625"/>
                    </a:lnTo>
                    <a:lnTo>
                      <a:pt x="6091238" y="2030413"/>
                    </a:lnTo>
                    <a:lnTo>
                      <a:pt x="6027738" y="1944688"/>
                    </a:lnTo>
                    <a:close/>
                    <a:moveTo>
                      <a:pt x="733425" y="1482725"/>
                    </a:moveTo>
                    <a:lnTo>
                      <a:pt x="1365250" y="1944688"/>
                    </a:lnTo>
                    <a:lnTo>
                      <a:pt x="1301750" y="2030413"/>
                    </a:lnTo>
                    <a:lnTo>
                      <a:pt x="669925" y="1571625"/>
                    </a:lnTo>
                    <a:close/>
                    <a:moveTo>
                      <a:pt x="6535739" y="1328737"/>
                    </a:moveTo>
                    <a:lnTo>
                      <a:pt x="6604001" y="1414462"/>
                    </a:lnTo>
                    <a:lnTo>
                      <a:pt x="5997576" y="1906587"/>
                    </a:lnTo>
                    <a:lnTo>
                      <a:pt x="5929313" y="1822450"/>
                    </a:lnTo>
                    <a:close/>
                    <a:moveTo>
                      <a:pt x="855663" y="1328737"/>
                    </a:moveTo>
                    <a:lnTo>
                      <a:pt x="1462088" y="1822450"/>
                    </a:lnTo>
                    <a:lnTo>
                      <a:pt x="1393825" y="1906587"/>
                    </a:lnTo>
                    <a:lnTo>
                      <a:pt x="788988" y="1414462"/>
                    </a:lnTo>
                    <a:close/>
                    <a:moveTo>
                      <a:pt x="6408739" y="1184275"/>
                    </a:moveTo>
                    <a:lnTo>
                      <a:pt x="6481763" y="1265238"/>
                    </a:lnTo>
                    <a:lnTo>
                      <a:pt x="5900738" y="1787525"/>
                    </a:lnTo>
                    <a:lnTo>
                      <a:pt x="5827713" y="1706562"/>
                    </a:lnTo>
                    <a:close/>
                    <a:moveTo>
                      <a:pt x="982663" y="1184275"/>
                    </a:moveTo>
                    <a:lnTo>
                      <a:pt x="1563688" y="1706562"/>
                    </a:lnTo>
                    <a:lnTo>
                      <a:pt x="1492250" y="1787525"/>
                    </a:lnTo>
                    <a:lnTo>
                      <a:pt x="911225" y="1265238"/>
                    </a:lnTo>
                    <a:close/>
                    <a:moveTo>
                      <a:pt x="6273801" y="1044575"/>
                    </a:moveTo>
                    <a:lnTo>
                      <a:pt x="6350001" y="1120775"/>
                    </a:lnTo>
                    <a:lnTo>
                      <a:pt x="5799138" y="1677988"/>
                    </a:lnTo>
                    <a:lnTo>
                      <a:pt x="5722938" y="1601788"/>
                    </a:lnTo>
                    <a:close/>
                    <a:moveTo>
                      <a:pt x="1119188" y="1044575"/>
                    </a:moveTo>
                    <a:lnTo>
                      <a:pt x="1670051" y="1601788"/>
                    </a:lnTo>
                    <a:lnTo>
                      <a:pt x="1593851" y="1677988"/>
                    </a:lnTo>
                    <a:lnTo>
                      <a:pt x="1042988" y="1120775"/>
                    </a:lnTo>
                    <a:close/>
                    <a:moveTo>
                      <a:pt x="6134099" y="912812"/>
                    </a:moveTo>
                    <a:lnTo>
                      <a:pt x="6213475" y="985837"/>
                    </a:lnTo>
                    <a:lnTo>
                      <a:pt x="5688013" y="1566862"/>
                    </a:lnTo>
                    <a:lnTo>
                      <a:pt x="5607050" y="1495424"/>
                    </a:lnTo>
                    <a:close/>
                    <a:moveTo>
                      <a:pt x="1258887" y="912812"/>
                    </a:moveTo>
                    <a:lnTo>
                      <a:pt x="1784350" y="1495424"/>
                    </a:lnTo>
                    <a:lnTo>
                      <a:pt x="1703387" y="1566862"/>
                    </a:lnTo>
                    <a:lnTo>
                      <a:pt x="1177925" y="985837"/>
                    </a:lnTo>
                    <a:close/>
                    <a:moveTo>
                      <a:pt x="5980113" y="788987"/>
                    </a:moveTo>
                    <a:lnTo>
                      <a:pt x="6065838" y="857250"/>
                    </a:lnTo>
                    <a:lnTo>
                      <a:pt x="5573713" y="1470025"/>
                    </a:lnTo>
                    <a:lnTo>
                      <a:pt x="5489575" y="1397000"/>
                    </a:lnTo>
                    <a:close/>
                    <a:moveTo>
                      <a:pt x="1411288" y="788987"/>
                    </a:moveTo>
                    <a:lnTo>
                      <a:pt x="1903413" y="1397000"/>
                    </a:lnTo>
                    <a:lnTo>
                      <a:pt x="1817688" y="1470025"/>
                    </a:lnTo>
                    <a:lnTo>
                      <a:pt x="1327150" y="857250"/>
                    </a:lnTo>
                    <a:close/>
                    <a:moveTo>
                      <a:pt x="5827713" y="674687"/>
                    </a:moveTo>
                    <a:lnTo>
                      <a:pt x="5913438" y="738187"/>
                    </a:lnTo>
                    <a:lnTo>
                      <a:pt x="5454650" y="1371600"/>
                    </a:lnTo>
                    <a:lnTo>
                      <a:pt x="5365750" y="1308100"/>
                    </a:lnTo>
                    <a:close/>
                    <a:moveTo>
                      <a:pt x="1563687" y="674687"/>
                    </a:moveTo>
                    <a:lnTo>
                      <a:pt x="2025650" y="1308100"/>
                    </a:lnTo>
                    <a:lnTo>
                      <a:pt x="1936750" y="1371600"/>
                    </a:lnTo>
                    <a:lnTo>
                      <a:pt x="1479550" y="738187"/>
                    </a:lnTo>
                    <a:close/>
                    <a:moveTo>
                      <a:pt x="5667375" y="568325"/>
                    </a:moveTo>
                    <a:lnTo>
                      <a:pt x="5756275" y="623888"/>
                    </a:lnTo>
                    <a:lnTo>
                      <a:pt x="5332413" y="1282700"/>
                    </a:lnTo>
                    <a:lnTo>
                      <a:pt x="5238750" y="1222375"/>
                    </a:lnTo>
                    <a:close/>
                    <a:moveTo>
                      <a:pt x="1725613" y="568325"/>
                    </a:moveTo>
                    <a:lnTo>
                      <a:pt x="2152651" y="1222375"/>
                    </a:lnTo>
                    <a:lnTo>
                      <a:pt x="2060576" y="1282700"/>
                    </a:lnTo>
                    <a:lnTo>
                      <a:pt x="1636713" y="623888"/>
                    </a:lnTo>
                    <a:close/>
                    <a:moveTo>
                      <a:pt x="5497513" y="466725"/>
                    </a:moveTo>
                    <a:lnTo>
                      <a:pt x="5594351" y="522288"/>
                    </a:lnTo>
                    <a:lnTo>
                      <a:pt x="5200651" y="1201738"/>
                    </a:lnTo>
                    <a:lnTo>
                      <a:pt x="5106988" y="1146175"/>
                    </a:lnTo>
                    <a:close/>
                    <a:moveTo>
                      <a:pt x="1893888" y="466725"/>
                    </a:moveTo>
                    <a:lnTo>
                      <a:pt x="2284413" y="1146175"/>
                    </a:lnTo>
                    <a:lnTo>
                      <a:pt x="2190750" y="1201738"/>
                    </a:lnTo>
                    <a:lnTo>
                      <a:pt x="1797050" y="522288"/>
                    </a:lnTo>
                    <a:close/>
                    <a:moveTo>
                      <a:pt x="5327650" y="377825"/>
                    </a:moveTo>
                    <a:lnTo>
                      <a:pt x="5426075" y="428625"/>
                    </a:lnTo>
                    <a:lnTo>
                      <a:pt x="5068887" y="1125538"/>
                    </a:lnTo>
                    <a:lnTo>
                      <a:pt x="4972050" y="1074738"/>
                    </a:lnTo>
                    <a:close/>
                    <a:moveTo>
                      <a:pt x="2063751" y="377825"/>
                    </a:moveTo>
                    <a:lnTo>
                      <a:pt x="2420938" y="1074738"/>
                    </a:lnTo>
                    <a:lnTo>
                      <a:pt x="2322513" y="1125538"/>
                    </a:lnTo>
                    <a:lnTo>
                      <a:pt x="1966913" y="428625"/>
                    </a:lnTo>
                    <a:close/>
                    <a:moveTo>
                      <a:pt x="5149850" y="296862"/>
                    </a:moveTo>
                    <a:lnTo>
                      <a:pt x="5251450" y="339725"/>
                    </a:lnTo>
                    <a:lnTo>
                      <a:pt x="4933950" y="1057275"/>
                    </a:lnTo>
                    <a:lnTo>
                      <a:pt x="4832350" y="1011238"/>
                    </a:lnTo>
                    <a:close/>
                    <a:moveTo>
                      <a:pt x="2241550" y="296862"/>
                    </a:moveTo>
                    <a:lnTo>
                      <a:pt x="2560638" y="1011238"/>
                    </a:lnTo>
                    <a:lnTo>
                      <a:pt x="2459038" y="1057275"/>
                    </a:lnTo>
                    <a:lnTo>
                      <a:pt x="2139950" y="339725"/>
                    </a:lnTo>
                    <a:close/>
                    <a:moveTo>
                      <a:pt x="4972050" y="225425"/>
                    </a:moveTo>
                    <a:lnTo>
                      <a:pt x="5073650" y="263525"/>
                    </a:lnTo>
                    <a:lnTo>
                      <a:pt x="4794250" y="993775"/>
                    </a:lnTo>
                    <a:lnTo>
                      <a:pt x="4692650" y="955675"/>
                    </a:lnTo>
                    <a:close/>
                    <a:moveTo>
                      <a:pt x="2420938" y="225425"/>
                    </a:moveTo>
                    <a:lnTo>
                      <a:pt x="2700338" y="955675"/>
                    </a:lnTo>
                    <a:lnTo>
                      <a:pt x="2598738" y="993775"/>
                    </a:lnTo>
                    <a:lnTo>
                      <a:pt x="2317750" y="263525"/>
                    </a:lnTo>
                    <a:close/>
                    <a:moveTo>
                      <a:pt x="4789488" y="160337"/>
                    </a:moveTo>
                    <a:lnTo>
                      <a:pt x="4891088" y="195262"/>
                    </a:lnTo>
                    <a:lnTo>
                      <a:pt x="4649788" y="942975"/>
                    </a:lnTo>
                    <a:lnTo>
                      <a:pt x="4548188" y="908050"/>
                    </a:lnTo>
                    <a:close/>
                    <a:moveTo>
                      <a:pt x="2601913" y="160337"/>
                    </a:moveTo>
                    <a:lnTo>
                      <a:pt x="2844801" y="908050"/>
                    </a:lnTo>
                    <a:lnTo>
                      <a:pt x="2741613" y="942975"/>
                    </a:lnTo>
                    <a:lnTo>
                      <a:pt x="2500313" y="195262"/>
                    </a:lnTo>
                    <a:close/>
                    <a:moveTo>
                      <a:pt x="4603751" y="109537"/>
                    </a:moveTo>
                    <a:lnTo>
                      <a:pt x="4705351" y="139700"/>
                    </a:lnTo>
                    <a:lnTo>
                      <a:pt x="4505326" y="895350"/>
                    </a:lnTo>
                    <a:lnTo>
                      <a:pt x="4398963" y="866775"/>
                    </a:lnTo>
                    <a:close/>
                    <a:moveTo>
                      <a:pt x="2789238" y="109537"/>
                    </a:moveTo>
                    <a:lnTo>
                      <a:pt x="2992438" y="866775"/>
                    </a:lnTo>
                    <a:lnTo>
                      <a:pt x="2886075" y="895350"/>
                    </a:lnTo>
                    <a:lnTo>
                      <a:pt x="2687638" y="139700"/>
                    </a:lnTo>
                    <a:close/>
                    <a:moveTo>
                      <a:pt x="4411663" y="68262"/>
                    </a:moveTo>
                    <a:lnTo>
                      <a:pt x="4518025" y="88900"/>
                    </a:lnTo>
                    <a:lnTo>
                      <a:pt x="4357687" y="857250"/>
                    </a:lnTo>
                    <a:lnTo>
                      <a:pt x="4251325" y="831850"/>
                    </a:lnTo>
                    <a:close/>
                    <a:moveTo>
                      <a:pt x="2979737" y="68262"/>
                    </a:moveTo>
                    <a:lnTo>
                      <a:pt x="3140075" y="831850"/>
                    </a:lnTo>
                    <a:lnTo>
                      <a:pt x="3035300" y="857250"/>
                    </a:lnTo>
                    <a:lnTo>
                      <a:pt x="2873375" y="88900"/>
                    </a:lnTo>
                    <a:close/>
                    <a:moveTo>
                      <a:pt x="4221163" y="33337"/>
                    </a:moveTo>
                    <a:lnTo>
                      <a:pt x="4327525" y="50800"/>
                    </a:lnTo>
                    <a:lnTo>
                      <a:pt x="4205287" y="823912"/>
                    </a:lnTo>
                    <a:lnTo>
                      <a:pt x="4098925" y="806450"/>
                    </a:lnTo>
                    <a:close/>
                    <a:moveTo>
                      <a:pt x="3170238" y="33337"/>
                    </a:moveTo>
                    <a:lnTo>
                      <a:pt x="3294063" y="806450"/>
                    </a:lnTo>
                    <a:lnTo>
                      <a:pt x="3187700" y="823912"/>
                    </a:lnTo>
                    <a:lnTo>
                      <a:pt x="3063875" y="50800"/>
                    </a:lnTo>
                    <a:close/>
                    <a:moveTo>
                      <a:pt x="4030663" y="12700"/>
                    </a:moveTo>
                    <a:lnTo>
                      <a:pt x="4137025" y="25400"/>
                    </a:lnTo>
                    <a:lnTo>
                      <a:pt x="4056063" y="803275"/>
                    </a:lnTo>
                    <a:lnTo>
                      <a:pt x="3946525" y="788988"/>
                    </a:lnTo>
                    <a:close/>
                    <a:moveTo>
                      <a:pt x="3360738" y="12700"/>
                    </a:moveTo>
                    <a:lnTo>
                      <a:pt x="3446463" y="788988"/>
                    </a:lnTo>
                    <a:lnTo>
                      <a:pt x="3335338" y="803275"/>
                    </a:lnTo>
                    <a:lnTo>
                      <a:pt x="3255963" y="25400"/>
                    </a:lnTo>
                    <a:close/>
                    <a:moveTo>
                      <a:pt x="3835400" y="0"/>
                    </a:moveTo>
                    <a:lnTo>
                      <a:pt x="3941763" y="7938"/>
                    </a:lnTo>
                    <a:lnTo>
                      <a:pt x="3903663" y="788988"/>
                    </a:lnTo>
                    <a:lnTo>
                      <a:pt x="3794125" y="781050"/>
                    </a:lnTo>
                    <a:close/>
                    <a:moveTo>
                      <a:pt x="3641725" y="0"/>
                    </a:moveTo>
                    <a:lnTo>
                      <a:pt x="3751263" y="0"/>
                    </a:lnTo>
                    <a:lnTo>
                      <a:pt x="3751263" y="781050"/>
                    </a:lnTo>
                    <a:lnTo>
                      <a:pt x="3641725" y="781050"/>
                    </a:lnTo>
                    <a:close/>
                    <a:moveTo>
                      <a:pt x="3556001" y="0"/>
                    </a:moveTo>
                    <a:lnTo>
                      <a:pt x="3598863" y="781050"/>
                    </a:lnTo>
                    <a:lnTo>
                      <a:pt x="3487738" y="788988"/>
                    </a:lnTo>
                    <a:lnTo>
                      <a:pt x="3449638" y="7938"/>
                    </a:lnTo>
                    <a:close/>
                  </a:path>
                </a:pathLst>
              </a:custGeom>
              <a:solidFill>
                <a:sysClr val="windowText" lastClr="000000">
                  <a:lumMod val="75000"/>
                  <a:lumOff val="25000"/>
                </a:sysClr>
              </a:solidFill>
              <a:ln>
                <a:noFill/>
              </a:ln>
            </p:spPr>
            <p:txBody>
              <a:bodyPr vert="horz" wrap="square" lIns="45714" tIns="22857" rIns="45714" bIns="22857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defRPr/>
                </a:pPr>
                <a:endParaRPr lang="en-US" sz="900" kern="0">
                  <a:solidFill>
                    <a:schemeClr val="bg2">
                      <a:lumMod val="40000"/>
                      <a:lumOff val="60000"/>
                    </a:schemeClr>
                  </a:solidFill>
                  <a:cs typeface="CiscoSansTT" panose="020B0503020201020303" pitchFamily="34" charset="0"/>
                </a:endParaRP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E56A5B3F-1FFC-9D87-5741-528100AFA833}"/>
                  </a:ext>
                </a:extLst>
              </p:cNvPr>
              <p:cNvSpPr txBox="1"/>
              <p:nvPr/>
            </p:nvSpPr>
            <p:spPr>
              <a:xfrm>
                <a:off x="5647682" y="3343070"/>
                <a:ext cx="821337" cy="249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en-US" sz="900" b="1" kern="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rgbClr val="FF3399">
                          <a:alpha val="24000"/>
                        </a:srgbClr>
                      </a:glow>
                    </a:effectLst>
                    <a:cs typeface="CiscoSansTT" panose="020B0503020201020303" pitchFamily="34" charset="0"/>
                  </a:rPr>
                  <a:t>100%</a:t>
                </a:r>
              </a:p>
            </p:txBody>
          </p:sp>
          <p:sp>
            <p:nvSpPr>
              <p:cNvPr id="435" name="Pie 84">
                <a:extLst>
                  <a:ext uri="{FF2B5EF4-FFF2-40B4-BE49-F238E27FC236}">
                    <a16:creationId xmlns:a16="http://schemas.microsoft.com/office/drawing/2014/main" id="{7A197F29-0669-16EF-6C66-A7E923849C84}"/>
                  </a:ext>
                </a:extLst>
              </p:cNvPr>
              <p:cNvSpPr/>
              <p:nvPr/>
            </p:nvSpPr>
            <p:spPr>
              <a:xfrm>
                <a:off x="4923541" y="2526266"/>
                <a:ext cx="2269624" cy="2269624"/>
              </a:xfrm>
              <a:prstGeom prst="arc">
                <a:avLst>
                  <a:gd name="adj1" fmla="val 10670525"/>
                  <a:gd name="adj2" fmla="val 15634"/>
                </a:avLst>
              </a:prstGeom>
              <a:noFill/>
              <a:ln w="139700" cap="rnd" cmpd="sng" algn="ctr">
                <a:solidFill>
                  <a:srgbClr val="0F9ED5"/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US" sz="900" kern="0">
                  <a:solidFill>
                    <a:schemeClr val="bg2">
                      <a:lumMod val="40000"/>
                      <a:lumOff val="60000"/>
                    </a:schemeClr>
                  </a:solidFill>
                  <a:cs typeface="CiscoSansTT" panose="020B0503020201020303" pitchFamily="34" charset="0"/>
                </a:endParaRPr>
              </a:p>
            </p:txBody>
          </p:sp>
        </p:grpSp>
      </p:grpSp>
      <p:grpSp>
        <p:nvGrpSpPr>
          <p:cNvPr id="436" name="Group 435">
            <a:extLst>
              <a:ext uri="{FF2B5EF4-FFF2-40B4-BE49-F238E27FC236}">
                <a16:creationId xmlns:a16="http://schemas.microsoft.com/office/drawing/2014/main" id="{A6367083-4684-BA2E-D9AF-C0ABADB900B1}"/>
              </a:ext>
            </a:extLst>
          </p:cNvPr>
          <p:cNvGrpSpPr/>
          <p:nvPr/>
        </p:nvGrpSpPr>
        <p:grpSpPr>
          <a:xfrm>
            <a:off x="9407122" y="1492679"/>
            <a:ext cx="1881406" cy="2104337"/>
            <a:chOff x="4930934" y="2433724"/>
            <a:chExt cx="2269626" cy="2272599"/>
          </a:xfrm>
        </p:grpSpPr>
        <p:sp>
          <p:nvSpPr>
            <p:cNvPr id="437" name="Oval 436">
              <a:extLst>
                <a:ext uri="{FF2B5EF4-FFF2-40B4-BE49-F238E27FC236}">
                  <a16:creationId xmlns:a16="http://schemas.microsoft.com/office/drawing/2014/main" id="{C23AAFF4-05A6-15A1-478E-DB7F16C18221}"/>
                </a:ext>
              </a:extLst>
            </p:cNvPr>
            <p:cNvSpPr/>
            <p:nvPr/>
          </p:nvSpPr>
          <p:spPr>
            <a:xfrm>
              <a:off x="5620603" y="3009371"/>
              <a:ext cx="880751" cy="880752"/>
            </a:xfrm>
            <a:prstGeom prst="ellipse">
              <a:avLst/>
            </a:prstGeom>
            <a:solidFill>
              <a:srgbClr val="00B050"/>
            </a:solidFill>
            <a:ln w="19050" cap="flat" cmpd="sng" algn="ctr">
              <a:noFill/>
              <a:prstDash val="solid"/>
              <a:miter lim="800000"/>
            </a:ln>
            <a:effectLst>
              <a:outerShdw blurRad="202654" dist="38100" dir="5400000" algn="t" rotWithShape="0">
                <a:srgbClr val="0F9ED5"/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US" sz="900" kern="0">
                <a:solidFill>
                  <a:schemeClr val="bg2">
                    <a:lumMod val="40000"/>
                    <a:lumOff val="60000"/>
                  </a:schemeClr>
                </a:solidFill>
                <a:cs typeface="CiscoSansTT" panose="020B0503020201020303" pitchFamily="34" charset="0"/>
              </a:endParaRPr>
            </a:p>
          </p:txBody>
        </p:sp>
        <p:sp>
          <p:nvSpPr>
            <p:cNvPr id="438" name="Pie 84">
              <a:extLst>
                <a:ext uri="{FF2B5EF4-FFF2-40B4-BE49-F238E27FC236}">
                  <a16:creationId xmlns:a16="http://schemas.microsoft.com/office/drawing/2014/main" id="{7553B76D-1DC0-5419-6F12-7E2D34FABA52}"/>
                </a:ext>
              </a:extLst>
            </p:cNvPr>
            <p:cNvSpPr/>
            <p:nvPr/>
          </p:nvSpPr>
          <p:spPr>
            <a:xfrm>
              <a:off x="4930934" y="2433724"/>
              <a:ext cx="2265461" cy="2269624"/>
            </a:xfrm>
            <a:prstGeom prst="arc">
              <a:avLst>
                <a:gd name="adj1" fmla="val 10885261"/>
                <a:gd name="adj2" fmla="val 21586522"/>
              </a:avLst>
            </a:prstGeom>
            <a:noFill/>
            <a:ln w="139700" cap="rnd" cmpd="sng" algn="ctr">
              <a:solidFill>
                <a:sysClr val="windowText" lastClr="000000">
                  <a:lumMod val="75000"/>
                  <a:lumOff val="25000"/>
                </a:sysClr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sz="900" kern="0">
                <a:solidFill>
                  <a:schemeClr val="bg2">
                    <a:lumMod val="40000"/>
                    <a:lumOff val="60000"/>
                  </a:schemeClr>
                </a:solidFill>
                <a:cs typeface="CiscoSansTT" panose="020B0503020201020303" pitchFamily="34" charset="0"/>
              </a:endParaRPr>
            </a:p>
          </p:txBody>
        </p:sp>
        <p:grpSp>
          <p:nvGrpSpPr>
            <p:cNvPr id="439" name="Group 438">
              <a:extLst>
                <a:ext uri="{FF2B5EF4-FFF2-40B4-BE49-F238E27FC236}">
                  <a16:creationId xmlns:a16="http://schemas.microsoft.com/office/drawing/2014/main" id="{3F192A12-8ADA-0966-EFDD-9FD0B79A766E}"/>
                </a:ext>
              </a:extLst>
            </p:cNvPr>
            <p:cNvGrpSpPr/>
            <p:nvPr/>
          </p:nvGrpSpPr>
          <p:grpSpPr>
            <a:xfrm>
              <a:off x="4930935" y="2436699"/>
              <a:ext cx="2269625" cy="2269624"/>
              <a:chOff x="4923541" y="2526266"/>
              <a:chExt cx="2269625" cy="2269624"/>
            </a:xfrm>
          </p:grpSpPr>
          <p:sp>
            <p:nvSpPr>
              <p:cNvPr id="441" name="Freeform 140">
                <a:extLst>
                  <a:ext uri="{FF2B5EF4-FFF2-40B4-BE49-F238E27FC236}">
                    <a16:creationId xmlns:a16="http://schemas.microsoft.com/office/drawing/2014/main" id="{D3CD1561-3011-0AC3-FD52-D316F3BA8B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6585" y="2629426"/>
                <a:ext cx="2037879" cy="994215"/>
              </a:xfrm>
              <a:custGeom>
                <a:avLst/>
                <a:gdLst>
                  <a:gd name="connsiteX0" fmla="*/ 7388225 w 7392987"/>
                  <a:gd name="connsiteY0" fmla="*/ 3457575 h 3606800"/>
                  <a:gd name="connsiteX1" fmla="*/ 7392987 w 7392987"/>
                  <a:gd name="connsiteY1" fmla="*/ 3568700 h 3606800"/>
                  <a:gd name="connsiteX2" fmla="*/ 6611939 w 7392987"/>
                  <a:gd name="connsiteY2" fmla="*/ 3606800 h 3606800"/>
                  <a:gd name="connsiteX3" fmla="*/ 6608763 w 7392987"/>
                  <a:gd name="connsiteY3" fmla="*/ 3500438 h 3606800"/>
                  <a:gd name="connsiteX4" fmla="*/ 4763 w 7392987"/>
                  <a:gd name="connsiteY4" fmla="*/ 3457575 h 3606800"/>
                  <a:gd name="connsiteX5" fmla="*/ 784225 w 7392987"/>
                  <a:gd name="connsiteY5" fmla="*/ 3500438 h 3606800"/>
                  <a:gd name="connsiteX6" fmla="*/ 779463 w 7392987"/>
                  <a:gd name="connsiteY6" fmla="*/ 3606800 h 3606800"/>
                  <a:gd name="connsiteX7" fmla="*/ 0 w 7392987"/>
                  <a:gd name="connsiteY7" fmla="*/ 3568700 h 3606800"/>
                  <a:gd name="connsiteX8" fmla="*/ 7370763 w 7392987"/>
                  <a:gd name="connsiteY8" fmla="*/ 3267075 h 3606800"/>
                  <a:gd name="connsiteX9" fmla="*/ 7383463 w 7392987"/>
                  <a:gd name="connsiteY9" fmla="*/ 3371850 h 3606800"/>
                  <a:gd name="connsiteX10" fmla="*/ 6604001 w 7392987"/>
                  <a:gd name="connsiteY10" fmla="*/ 3452813 h 3606800"/>
                  <a:gd name="connsiteX11" fmla="*/ 6596063 w 7392987"/>
                  <a:gd name="connsiteY11" fmla="*/ 3346450 h 3606800"/>
                  <a:gd name="connsiteX12" fmla="*/ 20638 w 7392987"/>
                  <a:gd name="connsiteY12" fmla="*/ 3267075 h 3606800"/>
                  <a:gd name="connsiteX13" fmla="*/ 796926 w 7392987"/>
                  <a:gd name="connsiteY13" fmla="*/ 3346450 h 3606800"/>
                  <a:gd name="connsiteX14" fmla="*/ 788989 w 7392987"/>
                  <a:gd name="connsiteY14" fmla="*/ 3452813 h 3606800"/>
                  <a:gd name="connsiteX15" fmla="*/ 7938 w 7392987"/>
                  <a:gd name="connsiteY15" fmla="*/ 3371850 h 3606800"/>
                  <a:gd name="connsiteX16" fmla="*/ 7342187 w 7392987"/>
                  <a:gd name="connsiteY16" fmla="*/ 3070225 h 3606800"/>
                  <a:gd name="connsiteX17" fmla="*/ 7358063 w 7392987"/>
                  <a:gd name="connsiteY17" fmla="*/ 3181350 h 3606800"/>
                  <a:gd name="connsiteX18" fmla="*/ 6586539 w 7392987"/>
                  <a:gd name="connsiteY18" fmla="*/ 3305175 h 3606800"/>
                  <a:gd name="connsiteX19" fmla="*/ 6570663 w 7392987"/>
                  <a:gd name="connsiteY19" fmla="*/ 3194050 h 3606800"/>
                  <a:gd name="connsiteX20" fmla="*/ 50801 w 7392987"/>
                  <a:gd name="connsiteY20" fmla="*/ 3070225 h 3606800"/>
                  <a:gd name="connsiteX21" fmla="*/ 822326 w 7392987"/>
                  <a:gd name="connsiteY21" fmla="*/ 3194050 h 3606800"/>
                  <a:gd name="connsiteX22" fmla="*/ 804863 w 7392987"/>
                  <a:gd name="connsiteY22" fmla="*/ 3305175 h 3606800"/>
                  <a:gd name="connsiteX23" fmla="*/ 33338 w 7392987"/>
                  <a:gd name="connsiteY23" fmla="*/ 3181350 h 3606800"/>
                  <a:gd name="connsiteX24" fmla="*/ 7304087 w 7392987"/>
                  <a:gd name="connsiteY24" fmla="*/ 2884487 h 3606800"/>
                  <a:gd name="connsiteX25" fmla="*/ 7329487 w 7392987"/>
                  <a:gd name="connsiteY25" fmla="*/ 2990850 h 3606800"/>
                  <a:gd name="connsiteX26" fmla="*/ 6561137 w 7392987"/>
                  <a:gd name="connsiteY26" fmla="*/ 3151187 h 3606800"/>
                  <a:gd name="connsiteX27" fmla="*/ 6540499 w 7392987"/>
                  <a:gd name="connsiteY27" fmla="*/ 3044824 h 3606800"/>
                  <a:gd name="connsiteX28" fmla="*/ 88900 w 7392987"/>
                  <a:gd name="connsiteY28" fmla="*/ 2884487 h 3606800"/>
                  <a:gd name="connsiteX29" fmla="*/ 852488 w 7392987"/>
                  <a:gd name="connsiteY29" fmla="*/ 3044824 h 3606800"/>
                  <a:gd name="connsiteX30" fmla="*/ 830263 w 7392987"/>
                  <a:gd name="connsiteY30" fmla="*/ 3151187 h 3606800"/>
                  <a:gd name="connsiteX31" fmla="*/ 63500 w 7392987"/>
                  <a:gd name="connsiteY31" fmla="*/ 2990850 h 3606800"/>
                  <a:gd name="connsiteX32" fmla="*/ 7256463 w 7392987"/>
                  <a:gd name="connsiteY32" fmla="*/ 2692400 h 3606800"/>
                  <a:gd name="connsiteX33" fmla="*/ 7286625 w 7392987"/>
                  <a:gd name="connsiteY33" fmla="*/ 2798762 h 3606800"/>
                  <a:gd name="connsiteX34" fmla="*/ 6527799 w 7392987"/>
                  <a:gd name="connsiteY34" fmla="*/ 3003550 h 3606800"/>
                  <a:gd name="connsiteX35" fmla="*/ 6502399 w 7392987"/>
                  <a:gd name="connsiteY35" fmla="*/ 2897188 h 3606800"/>
                  <a:gd name="connsiteX36" fmla="*/ 134938 w 7392987"/>
                  <a:gd name="connsiteY36" fmla="*/ 2692400 h 3606800"/>
                  <a:gd name="connsiteX37" fmla="*/ 890588 w 7392987"/>
                  <a:gd name="connsiteY37" fmla="*/ 2897188 h 3606800"/>
                  <a:gd name="connsiteX38" fmla="*/ 865188 w 7392987"/>
                  <a:gd name="connsiteY38" fmla="*/ 3003550 h 3606800"/>
                  <a:gd name="connsiteX39" fmla="*/ 106363 w 7392987"/>
                  <a:gd name="connsiteY39" fmla="*/ 2798762 h 3606800"/>
                  <a:gd name="connsiteX40" fmla="*/ 7197725 w 7392987"/>
                  <a:gd name="connsiteY40" fmla="*/ 2509837 h 3606800"/>
                  <a:gd name="connsiteX41" fmla="*/ 7231063 w 7392987"/>
                  <a:gd name="connsiteY41" fmla="*/ 2611437 h 3606800"/>
                  <a:gd name="connsiteX42" fmla="*/ 6489701 w 7392987"/>
                  <a:gd name="connsiteY42" fmla="*/ 2854325 h 3606800"/>
                  <a:gd name="connsiteX43" fmla="*/ 6454775 w 7392987"/>
                  <a:gd name="connsiteY43" fmla="*/ 2752725 h 3606800"/>
                  <a:gd name="connsiteX44" fmla="*/ 195263 w 7392987"/>
                  <a:gd name="connsiteY44" fmla="*/ 2509837 h 3606800"/>
                  <a:gd name="connsiteX45" fmla="*/ 936626 w 7392987"/>
                  <a:gd name="connsiteY45" fmla="*/ 2752725 h 3606800"/>
                  <a:gd name="connsiteX46" fmla="*/ 903289 w 7392987"/>
                  <a:gd name="connsiteY46" fmla="*/ 2854325 h 3606800"/>
                  <a:gd name="connsiteX47" fmla="*/ 160338 w 7392987"/>
                  <a:gd name="connsiteY47" fmla="*/ 2611437 h 3606800"/>
                  <a:gd name="connsiteX48" fmla="*/ 7129463 w 7392987"/>
                  <a:gd name="connsiteY48" fmla="*/ 2327275 h 3606800"/>
                  <a:gd name="connsiteX49" fmla="*/ 7172325 w 7392987"/>
                  <a:gd name="connsiteY49" fmla="*/ 2428875 h 3606800"/>
                  <a:gd name="connsiteX50" fmla="*/ 6438899 w 7392987"/>
                  <a:gd name="connsiteY50" fmla="*/ 2709863 h 3606800"/>
                  <a:gd name="connsiteX51" fmla="*/ 6400799 w 7392987"/>
                  <a:gd name="connsiteY51" fmla="*/ 2608263 h 3606800"/>
                  <a:gd name="connsiteX52" fmla="*/ 261938 w 7392987"/>
                  <a:gd name="connsiteY52" fmla="*/ 2327275 h 3606800"/>
                  <a:gd name="connsiteX53" fmla="*/ 992188 w 7392987"/>
                  <a:gd name="connsiteY53" fmla="*/ 2608263 h 3606800"/>
                  <a:gd name="connsiteX54" fmla="*/ 954088 w 7392987"/>
                  <a:gd name="connsiteY54" fmla="*/ 2709863 h 3606800"/>
                  <a:gd name="connsiteX55" fmla="*/ 220663 w 7392987"/>
                  <a:gd name="connsiteY55" fmla="*/ 2428875 h 3606800"/>
                  <a:gd name="connsiteX56" fmla="*/ 7053263 w 7392987"/>
                  <a:gd name="connsiteY56" fmla="*/ 2149475 h 3606800"/>
                  <a:gd name="connsiteX57" fmla="*/ 7099299 w 7392987"/>
                  <a:gd name="connsiteY57" fmla="*/ 2246312 h 3606800"/>
                  <a:gd name="connsiteX58" fmla="*/ 6383337 w 7392987"/>
                  <a:gd name="connsiteY58" fmla="*/ 2565400 h 3606800"/>
                  <a:gd name="connsiteX59" fmla="*/ 6340475 w 7392987"/>
                  <a:gd name="connsiteY59" fmla="*/ 2468562 h 3606800"/>
                  <a:gd name="connsiteX60" fmla="*/ 338137 w 7392987"/>
                  <a:gd name="connsiteY60" fmla="*/ 2149475 h 3606800"/>
                  <a:gd name="connsiteX61" fmla="*/ 1050925 w 7392987"/>
                  <a:gd name="connsiteY61" fmla="*/ 2468562 h 3606800"/>
                  <a:gd name="connsiteX62" fmla="*/ 1008063 w 7392987"/>
                  <a:gd name="connsiteY62" fmla="*/ 2565400 h 3606800"/>
                  <a:gd name="connsiteX63" fmla="*/ 292100 w 7392987"/>
                  <a:gd name="connsiteY63" fmla="*/ 2246312 h 3606800"/>
                  <a:gd name="connsiteX64" fmla="*/ 6969125 w 7392987"/>
                  <a:gd name="connsiteY64" fmla="*/ 1974850 h 3606800"/>
                  <a:gd name="connsiteX65" fmla="*/ 7019925 w 7392987"/>
                  <a:gd name="connsiteY65" fmla="*/ 2073275 h 3606800"/>
                  <a:gd name="connsiteX66" fmla="*/ 6319837 w 7392987"/>
                  <a:gd name="connsiteY66" fmla="*/ 2425700 h 3606800"/>
                  <a:gd name="connsiteX67" fmla="*/ 6273799 w 7392987"/>
                  <a:gd name="connsiteY67" fmla="*/ 2332038 h 3606800"/>
                  <a:gd name="connsiteX68" fmla="*/ 423863 w 7392987"/>
                  <a:gd name="connsiteY68" fmla="*/ 1974850 h 3606800"/>
                  <a:gd name="connsiteX69" fmla="*/ 1119188 w 7392987"/>
                  <a:gd name="connsiteY69" fmla="*/ 2332038 h 3606800"/>
                  <a:gd name="connsiteX70" fmla="*/ 1071563 w 7392987"/>
                  <a:gd name="connsiteY70" fmla="*/ 2425700 h 3606800"/>
                  <a:gd name="connsiteX71" fmla="*/ 373063 w 7392987"/>
                  <a:gd name="connsiteY71" fmla="*/ 2073275 h 3606800"/>
                  <a:gd name="connsiteX72" fmla="*/ 6875463 w 7392987"/>
                  <a:gd name="connsiteY72" fmla="*/ 1804987 h 3606800"/>
                  <a:gd name="connsiteX73" fmla="*/ 6926263 w 7392987"/>
                  <a:gd name="connsiteY73" fmla="*/ 1898650 h 3606800"/>
                  <a:gd name="connsiteX74" fmla="*/ 6251575 w 7392987"/>
                  <a:gd name="connsiteY74" fmla="*/ 2289175 h 3606800"/>
                  <a:gd name="connsiteX75" fmla="*/ 6197599 w 7392987"/>
                  <a:gd name="connsiteY75" fmla="*/ 2195512 h 3606800"/>
                  <a:gd name="connsiteX76" fmla="*/ 517525 w 7392987"/>
                  <a:gd name="connsiteY76" fmla="*/ 1804987 h 3606800"/>
                  <a:gd name="connsiteX77" fmla="*/ 1195388 w 7392987"/>
                  <a:gd name="connsiteY77" fmla="*/ 2195512 h 3606800"/>
                  <a:gd name="connsiteX78" fmla="*/ 1139825 w 7392987"/>
                  <a:gd name="connsiteY78" fmla="*/ 2289175 h 3606800"/>
                  <a:gd name="connsiteX79" fmla="*/ 466725 w 7392987"/>
                  <a:gd name="connsiteY79" fmla="*/ 1898650 h 3606800"/>
                  <a:gd name="connsiteX80" fmla="*/ 6769101 w 7392987"/>
                  <a:gd name="connsiteY80" fmla="*/ 1639887 h 3606800"/>
                  <a:gd name="connsiteX81" fmla="*/ 6827839 w 7392987"/>
                  <a:gd name="connsiteY81" fmla="*/ 1733550 h 3606800"/>
                  <a:gd name="connsiteX82" fmla="*/ 6175375 w 7392987"/>
                  <a:gd name="connsiteY82" fmla="*/ 2157412 h 3606800"/>
                  <a:gd name="connsiteX83" fmla="*/ 6116639 w 7392987"/>
                  <a:gd name="connsiteY83" fmla="*/ 2068512 h 3606800"/>
                  <a:gd name="connsiteX84" fmla="*/ 622301 w 7392987"/>
                  <a:gd name="connsiteY84" fmla="*/ 1639887 h 3606800"/>
                  <a:gd name="connsiteX85" fmla="*/ 1276351 w 7392987"/>
                  <a:gd name="connsiteY85" fmla="*/ 2068512 h 3606800"/>
                  <a:gd name="connsiteX86" fmla="*/ 1216026 w 7392987"/>
                  <a:gd name="connsiteY86" fmla="*/ 2157412 h 3606800"/>
                  <a:gd name="connsiteX87" fmla="*/ 563563 w 7392987"/>
                  <a:gd name="connsiteY87" fmla="*/ 1733550 h 3606800"/>
                  <a:gd name="connsiteX88" fmla="*/ 6659563 w 7392987"/>
                  <a:gd name="connsiteY88" fmla="*/ 1482725 h 3606800"/>
                  <a:gd name="connsiteX89" fmla="*/ 6723063 w 7392987"/>
                  <a:gd name="connsiteY89" fmla="*/ 1571625 h 3606800"/>
                  <a:gd name="connsiteX90" fmla="*/ 6091238 w 7392987"/>
                  <a:gd name="connsiteY90" fmla="*/ 2030413 h 3606800"/>
                  <a:gd name="connsiteX91" fmla="*/ 6027738 w 7392987"/>
                  <a:gd name="connsiteY91" fmla="*/ 1944688 h 3606800"/>
                  <a:gd name="connsiteX92" fmla="*/ 733425 w 7392987"/>
                  <a:gd name="connsiteY92" fmla="*/ 1482725 h 3606800"/>
                  <a:gd name="connsiteX93" fmla="*/ 1365250 w 7392987"/>
                  <a:gd name="connsiteY93" fmla="*/ 1944688 h 3606800"/>
                  <a:gd name="connsiteX94" fmla="*/ 1301750 w 7392987"/>
                  <a:gd name="connsiteY94" fmla="*/ 2030413 h 3606800"/>
                  <a:gd name="connsiteX95" fmla="*/ 669925 w 7392987"/>
                  <a:gd name="connsiteY95" fmla="*/ 1571625 h 3606800"/>
                  <a:gd name="connsiteX96" fmla="*/ 6535739 w 7392987"/>
                  <a:gd name="connsiteY96" fmla="*/ 1328737 h 3606800"/>
                  <a:gd name="connsiteX97" fmla="*/ 6604001 w 7392987"/>
                  <a:gd name="connsiteY97" fmla="*/ 1414462 h 3606800"/>
                  <a:gd name="connsiteX98" fmla="*/ 5997576 w 7392987"/>
                  <a:gd name="connsiteY98" fmla="*/ 1906587 h 3606800"/>
                  <a:gd name="connsiteX99" fmla="*/ 5929313 w 7392987"/>
                  <a:gd name="connsiteY99" fmla="*/ 1822450 h 3606800"/>
                  <a:gd name="connsiteX100" fmla="*/ 855663 w 7392987"/>
                  <a:gd name="connsiteY100" fmla="*/ 1328737 h 3606800"/>
                  <a:gd name="connsiteX101" fmla="*/ 1462088 w 7392987"/>
                  <a:gd name="connsiteY101" fmla="*/ 1822450 h 3606800"/>
                  <a:gd name="connsiteX102" fmla="*/ 1393825 w 7392987"/>
                  <a:gd name="connsiteY102" fmla="*/ 1906587 h 3606800"/>
                  <a:gd name="connsiteX103" fmla="*/ 788988 w 7392987"/>
                  <a:gd name="connsiteY103" fmla="*/ 1414462 h 3606800"/>
                  <a:gd name="connsiteX104" fmla="*/ 6408739 w 7392987"/>
                  <a:gd name="connsiteY104" fmla="*/ 1184275 h 3606800"/>
                  <a:gd name="connsiteX105" fmla="*/ 6481763 w 7392987"/>
                  <a:gd name="connsiteY105" fmla="*/ 1265238 h 3606800"/>
                  <a:gd name="connsiteX106" fmla="*/ 5900738 w 7392987"/>
                  <a:gd name="connsiteY106" fmla="*/ 1787525 h 3606800"/>
                  <a:gd name="connsiteX107" fmla="*/ 5827713 w 7392987"/>
                  <a:gd name="connsiteY107" fmla="*/ 1706562 h 3606800"/>
                  <a:gd name="connsiteX108" fmla="*/ 982663 w 7392987"/>
                  <a:gd name="connsiteY108" fmla="*/ 1184275 h 3606800"/>
                  <a:gd name="connsiteX109" fmla="*/ 1563688 w 7392987"/>
                  <a:gd name="connsiteY109" fmla="*/ 1706562 h 3606800"/>
                  <a:gd name="connsiteX110" fmla="*/ 1492250 w 7392987"/>
                  <a:gd name="connsiteY110" fmla="*/ 1787525 h 3606800"/>
                  <a:gd name="connsiteX111" fmla="*/ 911225 w 7392987"/>
                  <a:gd name="connsiteY111" fmla="*/ 1265238 h 3606800"/>
                  <a:gd name="connsiteX112" fmla="*/ 6273801 w 7392987"/>
                  <a:gd name="connsiteY112" fmla="*/ 1044575 h 3606800"/>
                  <a:gd name="connsiteX113" fmla="*/ 6350001 w 7392987"/>
                  <a:gd name="connsiteY113" fmla="*/ 1120775 h 3606800"/>
                  <a:gd name="connsiteX114" fmla="*/ 5799138 w 7392987"/>
                  <a:gd name="connsiteY114" fmla="*/ 1677988 h 3606800"/>
                  <a:gd name="connsiteX115" fmla="*/ 5722938 w 7392987"/>
                  <a:gd name="connsiteY115" fmla="*/ 1601788 h 3606800"/>
                  <a:gd name="connsiteX116" fmla="*/ 1119188 w 7392987"/>
                  <a:gd name="connsiteY116" fmla="*/ 1044575 h 3606800"/>
                  <a:gd name="connsiteX117" fmla="*/ 1670051 w 7392987"/>
                  <a:gd name="connsiteY117" fmla="*/ 1601788 h 3606800"/>
                  <a:gd name="connsiteX118" fmla="*/ 1593851 w 7392987"/>
                  <a:gd name="connsiteY118" fmla="*/ 1677988 h 3606800"/>
                  <a:gd name="connsiteX119" fmla="*/ 1042988 w 7392987"/>
                  <a:gd name="connsiteY119" fmla="*/ 1120775 h 3606800"/>
                  <a:gd name="connsiteX120" fmla="*/ 6134099 w 7392987"/>
                  <a:gd name="connsiteY120" fmla="*/ 912812 h 3606800"/>
                  <a:gd name="connsiteX121" fmla="*/ 6213475 w 7392987"/>
                  <a:gd name="connsiteY121" fmla="*/ 985837 h 3606800"/>
                  <a:gd name="connsiteX122" fmla="*/ 5688013 w 7392987"/>
                  <a:gd name="connsiteY122" fmla="*/ 1566862 h 3606800"/>
                  <a:gd name="connsiteX123" fmla="*/ 5607050 w 7392987"/>
                  <a:gd name="connsiteY123" fmla="*/ 1495424 h 3606800"/>
                  <a:gd name="connsiteX124" fmla="*/ 1258887 w 7392987"/>
                  <a:gd name="connsiteY124" fmla="*/ 912812 h 3606800"/>
                  <a:gd name="connsiteX125" fmla="*/ 1784350 w 7392987"/>
                  <a:gd name="connsiteY125" fmla="*/ 1495424 h 3606800"/>
                  <a:gd name="connsiteX126" fmla="*/ 1703387 w 7392987"/>
                  <a:gd name="connsiteY126" fmla="*/ 1566862 h 3606800"/>
                  <a:gd name="connsiteX127" fmla="*/ 1177925 w 7392987"/>
                  <a:gd name="connsiteY127" fmla="*/ 985837 h 3606800"/>
                  <a:gd name="connsiteX128" fmla="*/ 5980113 w 7392987"/>
                  <a:gd name="connsiteY128" fmla="*/ 788987 h 3606800"/>
                  <a:gd name="connsiteX129" fmla="*/ 6065838 w 7392987"/>
                  <a:gd name="connsiteY129" fmla="*/ 857250 h 3606800"/>
                  <a:gd name="connsiteX130" fmla="*/ 5573713 w 7392987"/>
                  <a:gd name="connsiteY130" fmla="*/ 1470025 h 3606800"/>
                  <a:gd name="connsiteX131" fmla="*/ 5489575 w 7392987"/>
                  <a:gd name="connsiteY131" fmla="*/ 1397000 h 3606800"/>
                  <a:gd name="connsiteX132" fmla="*/ 1411288 w 7392987"/>
                  <a:gd name="connsiteY132" fmla="*/ 788987 h 3606800"/>
                  <a:gd name="connsiteX133" fmla="*/ 1903413 w 7392987"/>
                  <a:gd name="connsiteY133" fmla="*/ 1397000 h 3606800"/>
                  <a:gd name="connsiteX134" fmla="*/ 1817688 w 7392987"/>
                  <a:gd name="connsiteY134" fmla="*/ 1470025 h 3606800"/>
                  <a:gd name="connsiteX135" fmla="*/ 1327150 w 7392987"/>
                  <a:gd name="connsiteY135" fmla="*/ 857250 h 3606800"/>
                  <a:gd name="connsiteX136" fmla="*/ 5827713 w 7392987"/>
                  <a:gd name="connsiteY136" fmla="*/ 674687 h 3606800"/>
                  <a:gd name="connsiteX137" fmla="*/ 5913438 w 7392987"/>
                  <a:gd name="connsiteY137" fmla="*/ 738187 h 3606800"/>
                  <a:gd name="connsiteX138" fmla="*/ 5454650 w 7392987"/>
                  <a:gd name="connsiteY138" fmla="*/ 1371600 h 3606800"/>
                  <a:gd name="connsiteX139" fmla="*/ 5365750 w 7392987"/>
                  <a:gd name="connsiteY139" fmla="*/ 1308100 h 3606800"/>
                  <a:gd name="connsiteX140" fmla="*/ 1563687 w 7392987"/>
                  <a:gd name="connsiteY140" fmla="*/ 674687 h 3606800"/>
                  <a:gd name="connsiteX141" fmla="*/ 2025650 w 7392987"/>
                  <a:gd name="connsiteY141" fmla="*/ 1308100 h 3606800"/>
                  <a:gd name="connsiteX142" fmla="*/ 1936750 w 7392987"/>
                  <a:gd name="connsiteY142" fmla="*/ 1371600 h 3606800"/>
                  <a:gd name="connsiteX143" fmla="*/ 1479550 w 7392987"/>
                  <a:gd name="connsiteY143" fmla="*/ 738187 h 3606800"/>
                  <a:gd name="connsiteX144" fmla="*/ 5667375 w 7392987"/>
                  <a:gd name="connsiteY144" fmla="*/ 568325 h 3606800"/>
                  <a:gd name="connsiteX145" fmla="*/ 5756275 w 7392987"/>
                  <a:gd name="connsiteY145" fmla="*/ 623888 h 3606800"/>
                  <a:gd name="connsiteX146" fmla="*/ 5332413 w 7392987"/>
                  <a:gd name="connsiteY146" fmla="*/ 1282700 h 3606800"/>
                  <a:gd name="connsiteX147" fmla="*/ 5238750 w 7392987"/>
                  <a:gd name="connsiteY147" fmla="*/ 1222375 h 3606800"/>
                  <a:gd name="connsiteX148" fmla="*/ 1725613 w 7392987"/>
                  <a:gd name="connsiteY148" fmla="*/ 568325 h 3606800"/>
                  <a:gd name="connsiteX149" fmla="*/ 2152651 w 7392987"/>
                  <a:gd name="connsiteY149" fmla="*/ 1222375 h 3606800"/>
                  <a:gd name="connsiteX150" fmla="*/ 2060576 w 7392987"/>
                  <a:gd name="connsiteY150" fmla="*/ 1282700 h 3606800"/>
                  <a:gd name="connsiteX151" fmla="*/ 1636713 w 7392987"/>
                  <a:gd name="connsiteY151" fmla="*/ 623888 h 3606800"/>
                  <a:gd name="connsiteX152" fmla="*/ 5497513 w 7392987"/>
                  <a:gd name="connsiteY152" fmla="*/ 466725 h 3606800"/>
                  <a:gd name="connsiteX153" fmla="*/ 5594351 w 7392987"/>
                  <a:gd name="connsiteY153" fmla="*/ 522288 h 3606800"/>
                  <a:gd name="connsiteX154" fmla="*/ 5200651 w 7392987"/>
                  <a:gd name="connsiteY154" fmla="*/ 1201738 h 3606800"/>
                  <a:gd name="connsiteX155" fmla="*/ 5106988 w 7392987"/>
                  <a:gd name="connsiteY155" fmla="*/ 1146175 h 3606800"/>
                  <a:gd name="connsiteX156" fmla="*/ 1893888 w 7392987"/>
                  <a:gd name="connsiteY156" fmla="*/ 466725 h 3606800"/>
                  <a:gd name="connsiteX157" fmla="*/ 2284413 w 7392987"/>
                  <a:gd name="connsiteY157" fmla="*/ 1146175 h 3606800"/>
                  <a:gd name="connsiteX158" fmla="*/ 2190750 w 7392987"/>
                  <a:gd name="connsiteY158" fmla="*/ 1201738 h 3606800"/>
                  <a:gd name="connsiteX159" fmla="*/ 1797050 w 7392987"/>
                  <a:gd name="connsiteY159" fmla="*/ 522288 h 3606800"/>
                  <a:gd name="connsiteX160" fmla="*/ 5327650 w 7392987"/>
                  <a:gd name="connsiteY160" fmla="*/ 377825 h 3606800"/>
                  <a:gd name="connsiteX161" fmla="*/ 5426075 w 7392987"/>
                  <a:gd name="connsiteY161" fmla="*/ 428625 h 3606800"/>
                  <a:gd name="connsiteX162" fmla="*/ 5068887 w 7392987"/>
                  <a:gd name="connsiteY162" fmla="*/ 1125538 h 3606800"/>
                  <a:gd name="connsiteX163" fmla="*/ 4972050 w 7392987"/>
                  <a:gd name="connsiteY163" fmla="*/ 1074738 h 3606800"/>
                  <a:gd name="connsiteX164" fmla="*/ 2063751 w 7392987"/>
                  <a:gd name="connsiteY164" fmla="*/ 377825 h 3606800"/>
                  <a:gd name="connsiteX165" fmla="*/ 2420938 w 7392987"/>
                  <a:gd name="connsiteY165" fmla="*/ 1074738 h 3606800"/>
                  <a:gd name="connsiteX166" fmla="*/ 2322513 w 7392987"/>
                  <a:gd name="connsiteY166" fmla="*/ 1125538 h 3606800"/>
                  <a:gd name="connsiteX167" fmla="*/ 1966913 w 7392987"/>
                  <a:gd name="connsiteY167" fmla="*/ 428625 h 3606800"/>
                  <a:gd name="connsiteX168" fmla="*/ 5149850 w 7392987"/>
                  <a:gd name="connsiteY168" fmla="*/ 296862 h 3606800"/>
                  <a:gd name="connsiteX169" fmla="*/ 5251450 w 7392987"/>
                  <a:gd name="connsiteY169" fmla="*/ 339725 h 3606800"/>
                  <a:gd name="connsiteX170" fmla="*/ 4933950 w 7392987"/>
                  <a:gd name="connsiteY170" fmla="*/ 1057275 h 3606800"/>
                  <a:gd name="connsiteX171" fmla="*/ 4832350 w 7392987"/>
                  <a:gd name="connsiteY171" fmla="*/ 1011238 h 3606800"/>
                  <a:gd name="connsiteX172" fmla="*/ 2241550 w 7392987"/>
                  <a:gd name="connsiteY172" fmla="*/ 296862 h 3606800"/>
                  <a:gd name="connsiteX173" fmla="*/ 2560638 w 7392987"/>
                  <a:gd name="connsiteY173" fmla="*/ 1011238 h 3606800"/>
                  <a:gd name="connsiteX174" fmla="*/ 2459038 w 7392987"/>
                  <a:gd name="connsiteY174" fmla="*/ 1057275 h 3606800"/>
                  <a:gd name="connsiteX175" fmla="*/ 2139950 w 7392987"/>
                  <a:gd name="connsiteY175" fmla="*/ 339725 h 3606800"/>
                  <a:gd name="connsiteX176" fmla="*/ 4972050 w 7392987"/>
                  <a:gd name="connsiteY176" fmla="*/ 225425 h 3606800"/>
                  <a:gd name="connsiteX177" fmla="*/ 5073650 w 7392987"/>
                  <a:gd name="connsiteY177" fmla="*/ 263525 h 3606800"/>
                  <a:gd name="connsiteX178" fmla="*/ 4794250 w 7392987"/>
                  <a:gd name="connsiteY178" fmla="*/ 993775 h 3606800"/>
                  <a:gd name="connsiteX179" fmla="*/ 4692650 w 7392987"/>
                  <a:gd name="connsiteY179" fmla="*/ 955675 h 3606800"/>
                  <a:gd name="connsiteX180" fmla="*/ 2420938 w 7392987"/>
                  <a:gd name="connsiteY180" fmla="*/ 225425 h 3606800"/>
                  <a:gd name="connsiteX181" fmla="*/ 2700338 w 7392987"/>
                  <a:gd name="connsiteY181" fmla="*/ 955675 h 3606800"/>
                  <a:gd name="connsiteX182" fmla="*/ 2598738 w 7392987"/>
                  <a:gd name="connsiteY182" fmla="*/ 993775 h 3606800"/>
                  <a:gd name="connsiteX183" fmla="*/ 2317750 w 7392987"/>
                  <a:gd name="connsiteY183" fmla="*/ 263525 h 3606800"/>
                  <a:gd name="connsiteX184" fmla="*/ 4789488 w 7392987"/>
                  <a:gd name="connsiteY184" fmla="*/ 160337 h 3606800"/>
                  <a:gd name="connsiteX185" fmla="*/ 4891088 w 7392987"/>
                  <a:gd name="connsiteY185" fmla="*/ 195262 h 3606800"/>
                  <a:gd name="connsiteX186" fmla="*/ 4649788 w 7392987"/>
                  <a:gd name="connsiteY186" fmla="*/ 942975 h 3606800"/>
                  <a:gd name="connsiteX187" fmla="*/ 4548188 w 7392987"/>
                  <a:gd name="connsiteY187" fmla="*/ 908050 h 3606800"/>
                  <a:gd name="connsiteX188" fmla="*/ 2601913 w 7392987"/>
                  <a:gd name="connsiteY188" fmla="*/ 160337 h 3606800"/>
                  <a:gd name="connsiteX189" fmla="*/ 2844801 w 7392987"/>
                  <a:gd name="connsiteY189" fmla="*/ 908050 h 3606800"/>
                  <a:gd name="connsiteX190" fmla="*/ 2741613 w 7392987"/>
                  <a:gd name="connsiteY190" fmla="*/ 942975 h 3606800"/>
                  <a:gd name="connsiteX191" fmla="*/ 2500313 w 7392987"/>
                  <a:gd name="connsiteY191" fmla="*/ 195262 h 3606800"/>
                  <a:gd name="connsiteX192" fmla="*/ 4603751 w 7392987"/>
                  <a:gd name="connsiteY192" fmla="*/ 109537 h 3606800"/>
                  <a:gd name="connsiteX193" fmla="*/ 4705351 w 7392987"/>
                  <a:gd name="connsiteY193" fmla="*/ 139700 h 3606800"/>
                  <a:gd name="connsiteX194" fmla="*/ 4505326 w 7392987"/>
                  <a:gd name="connsiteY194" fmla="*/ 895350 h 3606800"/>
                  <a:gd name="connsiteX195" fmla="*/ 4398963 w 7392987"/>
                  <a:gd name="connsiteY195" fmla="*/ 866775 h 3606800"/>
                  <a:gd name="connsiteX196" fmla="*/ 2789238 w 7392987"/>
                  <a:gd name="connsiteY196" fmla="*/ 109537 h 3606800"/>
                  <a:gd name="connsiteX197" fmla="*/ 2992438 w 7392987"/>
                  <a:gd name="connsiteY197" fmla="*/ 866775 h 3606800"/>
                  <a:gd name="connsiteX198" fmla="*/ 2886075 w 7392987"/>
                  <a:gd name="connsiteY198" fmla="*/ 895350 h 3606800"/>
                  <a:gd name="connsiteX199" fmla="*/ 2687638 w 7392987"/>
                  <a:gd name="connsiteY199" fmla="*/ 139700 h 3606800"/>
                  <a:gd name="connsiteX200" fmla="*/ 4411663 w 7392987"/>
                  <a:gd name="connsiteY200" fmla="*/ 68262 h 3606800"/>
                  <a:gd name="connsiteX201" fmla="*/ 4518025 w 7392987"/>
                  <a:gd name="connsiteY201" fmla="*/ 88900 h 3606800"/>
                  <a:gd name="connsiteX202" fmla="*/ 4357687 w 7392987"/>
                  <a:gd name="connsiteY202" fmla="*/ 857250 h 3606800"/>
                  <a:gd name="connsiteX203" fmla="*/ 4251325 w 7392987"/>
                  <a:gd name="connsiteY203" fmla="*/ 831850 h 3606800"/>
                  <a:gd name="connsiteX204" fmla="*/ 2979737 w 7392987"/>
                  <a:gd name="connsiteY204" fmla="*/ 68262 h 3606800"/>
                  <a:gd name="connsiteX205" fmla="*/ 3140075 w 7392987"/>
                  <a:gd name="connsiteY205" fmla="*/ 831850 h 3606800"/>
                  <a:gd name="connsiteX206" fmla="*/ 3035300 w 7392987"/>
                  <a:gd name="connsiteY206" fmla="*/ 857250 h 3606800"/>
                  <a:gd name="connsiteX207" fmla="*/ 2873375 w 7392987"/>
                  <a:gd name="connsiteY207" fmla="*/ 88900 h 3606800"/>
                  <a:gd name="connsiteX208" fmla="*/ 4221163 w 7392987"/>
                  <a:gd name="connsiteY208" fmla="*/ 33337 h 3606800"/>
                  <a:gd name="connsiteX209" fmla="*/ 4327525 w 7392987"/>
                  <a:gd name="connsiteY209" fmla="*/ 50800 h 3606800"/>
                  <a:gd name="connsiteX210" fmla="*/ 4205287 w 7392987"/>
                  <a:gd name="connsiteY210" fmla="*/ 823912 h 3606800"/>
                  <a:gd name="connsiteX211" fmla="*/ 4098925 w 7392987"/>
                  <a:gd name="connsiteY211" fmla="*/ 806450 h 3606800"/>
                  <a:gd name="connsiteX212" fmla="*/ 3170238 w 7392987"/>
                  <a:gd name="connsiteY212" fmla="*/ 33337 h 3606800"/>
                  <a:gd name="connsiteX213" fmla="*/ 3294063 w 7392987"/>
                  <a:gd name="connsiteY213" fmla="*/ 806450 h 3606800"/>
                  <a:gd name="connsiteX214" fmla="*/ 3187700 w 7392987"/>
                  <a:gd name="connsiteY214" fmla="*/ 823912 h 3606800"/>
                  <a:gd name="connsiteX215" fmla="*/ 3063875 w 7392987"/>
                  <a:gd name="connsiteY215" fmla="*/ 50800 h 3606800"/>
                  <a:gd name="connsiteX216" fmla="*/ 4030663 w 7392987"/>
                  <a:gd name="connsiteY216" fmla="*/ 12700 h 3606800"/>
                  <a:gd name="connsiteX217" fmla="*/ 4137025 w 7392987"/>
                  <a:gd name="connsiteY217" fmla="*/ 25400 h 3606800"/>
                  <a:gd name="connsiteX218" fmla="*/ 4056063 w 7392987"/>
                  <a:gd name="connsiteY218" fmla="*/ 803275 h 3606800"/>
                  <a:gd name="connsiteX219" fmla="*/ 3946525 w 7392987"/>
                  <a:gd name="connsiteY219" fmla="*/ 788988 h 3606800"/>
                  <a:gd name="connsiteX220" fmla="*/ 3360738 w 7392987"/>
                  <a:gd name="connsiteY220" fmla="*/ 12700 h 3606800"/>
                  <a:gd name="connsiteX221" fmla="*/ 3446463 w 7392987"/>
                  <a:gd name="connsiteY221" fmla="*/ 788988 h 3606800"/>
                  <a:gd name="connsiteX222" fmla="*/ 3335338 w 7392987"/>
                  <a:gd name="connsiteY222" fmla="*/ 803275 h 3606800"/>
                  <a:gd name="connsiteX223" fmla="*/ 3255963 w 7392987"/>
                  <a:gd name="connsiteY223" fmla="*/ 25400 h 3606800"/>
                  <a:gd name="connsiteX224" fmla="*/ 3835400 w 7392987"/>
                  <a:gd name="connsiteY224" fmla="*/ 0 h 3606800"/>
                  <a:gd name="connsiteX225" fmla="*/ 3941763 w 7392987"/>
                  <a:gd name="connsiteY225" fmla="*/ 7938 h 3606800"/>
                  <a:gd name="connsiteX226" fmla="*/ 3903663 w 7392987"/>
                  <a:gd name="connsiteY226" fmla="*/ 788988 h 3606800"/>
                  <a:gd name="connsiteX227" fmla="*/ 3794125 w 7392987"/>
                  <a:gd name="connsiteY227" fmla="*/ 781050 h 3606800"/>
                  <a:gd name="connsiteX228" fmla="*/ 3641725 w 7392987"/>
                  <a:gd name="connsiteY228" fmla="*/ 0 h 3606800"/>
                  <a:gd name="connsiteX229" fmla="*/ 3751263 w 7392987"/>
                  <a:gd name="connsiteY229" fmla="*/ 0 h 3606800"/>
                  <a:gd name="connsiteX230" fmla="*/ 3751263 w 7392987"/>
                  <a:gd name="connsiteY230" fmla="*/ 781050 h 3606800"/>
                  <a:gd name="connsiteX231" fmla="*/ 3641725 w 7392987"/>
                  <a:gd name="connsiteY231" fmla="*/ 781050 h 3606800"/>
                  <a:gd name="connsiteX232" fmla="*/ 3556001 w 7392987"/>
                  <a:gd name="connsiteY232" fmla="*/ 0 h 3606800"/>
                  <a:gd name="connsiteX233" fmla="*/ 3598863 w 7392987"/>
                  <a:gd name="connsiteY233" fmla="*/ 781050 h 3606800"/>
                  <a:gd name="connsiteX234" fmla="*/ 3487738 w 7392987"/>
                  <a:gd name="connsiteY234" fmla="*/ 788988 h 3606800"/>
                  <a:gd name="connsiteX235" fmla="*/ 3449638 w 7392987"/>
                  <a:gd name="connsiteY235" fmla="*/ 7938 h 360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</a:cxnLst>
                <a:rect l="l" t="t" r="r" b="b"/>
                <a:pathLst>
                  <a:path w="7392987" h="3606800">
                    <a:moveTo>
                      <a:pt x="7388225" y="3457575"/>
                    </a:moveTo>
                    <a:lnTo>
                      <a:pt x="7392987" y="3568700"/>
                    </a:lnTo>
                    <a:lnTo>
                      <a:pt x="6611939" y="3606800"/>
                    </a:lnTo>
                    <a:lnTo>
                      <a:pt x="6608763" y="3500438"/>
                    </a:lnTo>
                    <a:close/>
                    <a:moveTo>
                      <a:pt x="4763" y="3457575"/>
                    </a:moveTo>
                    <a:lnTo>
                      <a:pt x="784225" y="3500438"/>
                    </a:lnTo>
                    <a:lnTo>
                      <a:pt x="779463" y="3606800"/>
                    </a:lnTo>
                    <a:lnTo>
                      <a:pt x="0" y="3568700"/>
                    </a:lnTo>
                    <a:close/>
                    <a:moveTo>
                      <a:pt x="7370763" y="3267075"/>
                    </a:moveTo>
                    <a:lnTo>
                      <a:pt x="7383463" y="3371850"/>
                    </a:lnTo>
                    <a:lnTo>
                      <a:pt x="6604001" y="3452813"/>
                    </a:lnTo>
                    <a:lnTo>
                      <a:pt x="6596063" y="3346450"/>
                    </a:lnTo>
                    <a:close/>
                    <a:moveTo>
                      <a:pt x="20638" y="3267075"/>
                    </a:moveTo>
                    <a:lnTo>
                      <a:pt x="796926" y="3346450"/>
                    </a:lnTo>
                    <a:lnTo>
                      <a:pt x="788989" y="3452813"/>
                    </a:lnTo>
                    <a:lnTo>
                      <a:pt x="7938" y="3371850"/>
                    </a:lnTo>
                    <a:close/>
                    <a:moveTo>
                      <a:pt x="7342187" y="3070225"/>
                    </a:moveTo>
                    <a:lnTo>
                      <a:pt x="7358063" y="3181350"/>
                    </a:lnTo>
                    <a:lnTo>
                      <a:pt x="6586539" y="3305175"/>
                    </a:lnTo>
                    <a:lnTo>
                      <a:pt x="6570663" y="3194050"/>
                    </a:lnTo>
                    <a:close/>
                    <a:moveTo>
                      <a:pt x="50801" y="3070225"/>
                    </a:moveTo>
                    <a:lnTo>
                      <a:pt x="822326" y="3194050"/>
                    </a:lnTo>
                    <a:lnTo>
                      <a:pt x="804863" y="3305175"/>
                    </a:lnTo>
                    <a:lnTo>
                      <a:pt x="33338" y="3181350"/>
                    </a:lnTo>
                    <a:close/>
                    <a:moveTo>
                      <a:pt x="7304087" y="2884487"/>
                    </a:moveTo>
                    <a:lnTo>
                      <a:pt x="7329487" y="2990850"/>
                    </a:lnTo>
                    <a:lnTo>
                      <a:pt x="6561137" y="3151187"/>
                    </a:lnTo>
                    <a:lnTo>
                      <a:pt x="6540499" y="3044824"/>
                    </a:lnTo>
                    <a:close/>
                    <a:moveTo>
                      <a:pt x="88900" y="2884487"/>
                    </a:moveTo>
                    <a:lnTo>
                      <a:pt x="852488" y="3044824"/>
                    </a:lnTo>
                    <a:lnTo>
                      <a:pt x="830263" y="3151187"/>
                    </a:lnTo>
                    <a:lnTo>
                      <a:pt x="63500" y="2990850"/>
                    </a:lnTo>
                    <a:close/>
                    <a:moveTo>
                      <a:pt x="7256463" y="2692400"/>
                    </a:moveTo>
                    <a:lnTo>
                      <a:pt x="7286625" y="2798762"/>
                    </a:lnTo>
                    <a:lnTo>
                      <a:pt x="6527799" y="3003550"/>
                    </a:lnTo>
                    <a:lnTo>
                      <a:pt x="6502399" y="2897188"/>
                    </a:lnTo>
                    <a:close/>
                    <a:moveTo>
                      <a:pt x="134938" y="2692400"/>
                    </a:moveTo>
                    <a:lnTo>
                      <a:pt x="890588" y="2897188"/>
                    </a:lnTo>
                    <a:lnTo>
                      <a:pt x="865188" y="3003550"/>
                    </a:lnTo>
                    <a:lnTo>
                      <a:pt x="106363" y="2798762"/>
                    </a:lnTo>
                    <a:close/>
                    <a:moveTo>
                      <a:pt x="7197725" y="2509837"/>
                    </a:moveTo>
                    <a:lnTo>
                      <a:pt x="7231063" y="2611437"/>
                    </a:lnTo>
                    <a:lnTo>
                      <a:pt x="6489701" y="2854325"/>
                    </a:lnTo>
                    <a:lnTo>
                      <a:pt x="6454775" y="2752725"/>
                    </a:lnTo>
                    <a:close/>
                    <a:moveTo>
                      <a:pt x="195263" y="2509837"/>
                    </a:moveTo>
                    <a:lnTo>
                      <a:pt x="936626" y="2752725"/>
                    </a:lnTo>
                    <a:lnTo>
                      <a:pt x="903289" y="2854325"/>
                    </a:lnTo>
                    <a:lnTo>
                      <a:pt x="160338" y="2611437"/>
                    </a:lnTo>
                    <a:close/>
                    <a:moveTo>
                      <a:pt x="7129463" y="2327275"/>
                    </a:moveTo>
                    <a:lnTo>
                      <a:pt x="7172325" y="2428875"/>
                    </a:lnTo>
                    <a:lnTo>
                      <a:pt x="6438899" y="2709863"/>
                    </a:lnTo>
                    <a:lnTo>
                      <a:pt x="6400799" y="2608263"/>
                    </a:lnTo>
                    <a:close/>
                    <a:moveTo>
                      <a:pt x="261938" y="2327275"/>
                    </a:moveTo>
                    <a:lnTo>
                      <a:pt x="992188" y="2608263"/>
                    </a:lnTo>
                    <a:lnTo>
                      <a:pt x="954088" y="2709863"/>
                    </a:lnTo>
                    <a:lnTo>
                      <a:pt x="220663" y="2428875"/>
                    </a:lnTo>
                    <a:close/>
                    <a:moveTo>
                      <a:pt x="7053263" y="2149475"/>
                    </a:moveTo>
                    <a:lnTo>
                      <a:pt x="7099299" y="2246312"/>
                    </a:lnTo>
                    <a:lnTo>
                      <a:pt x="6383337" y="2565400"/>
                    </a:lnTo>
                    <a:lnTo>
                      <a:pt x="6340475" y="2468562"/>
                    </a:lnTo>
                    <a:close/>
                    <a:moveTo>
                      <a:pt x="338137" y="2149475"/>
                    </a:moveTo>
                    <a:lnTo>
                      <a:pt x="1050925" y="2468562"/>
                    </a:lnTo>
                    <a:lnTo>
                      <a:pt x="1008063" y="2565400"/>
                    </a:lnTo>
                    <a:lnTo>
                      <a:pt x="292100" y="2246312"/>
                    </a:lnTo>
                    <a:close/>
                    <a:moveTo>
                      <a:pt x="6969125" y="1974850"/>
                    </a:moveTo>
                    <a:lnTo>
                      <a:pt x="7019925" y="2073275"/>
                    </a:lnTo>
                    <a:lnTo>
                      <a:pt x="6319837" y="2425700"/>
                    </a:lnTo>
                    <a:lnTo>
                      <a:pt x="6273799" y="2332038"/>
                    </a:lnTo>
                    <a:close/>
                    <a:moveTo>
                      <a:pt x="423863" y="1974850"/>
                    </a:moveTo>
                    <a:lnTo>
                      <a:pt x="1119188" y="2332038"/>
                    </a:lnTo>
                    <a:lnTo>
                      <a:pt x="1071563" y="2425700"/>
                    </a:lnTo>
                    <a:lnTo>
                      <a:pt x="373063" y="2073275"/>
                    </a:lnTo>
                    <a:close/>
                    <a:moveTo>
                      <a:pt x="6875463" y="1804987"/>
                    </a:moveTo>
                    <a:lnTo>
                      <a:pt x="6926263" y="1898650"/>
                    </a:lnTo>
                    <a:lnTo>
                      <a:pt x="6251575" y="2289175"/>
                    </a:lnTo>
                    <a:lnTo>
                      <a:pt x="6197599" y="2195512"/>
                    </a:lnTo>
                    <a:close/>
                    <a:moveTo>
                      <a:pt x="517525" y="1804987"/>
                    </a:moveTo>
                    <a:lnTo>
                      <a:pt x="1195388" y="2195512"/>
                    </a:lnTo>
                    <a:lnTo>
                      <a:pt x="1139825" y="2289175"/>
                    </a:lnTo>
                    <a:lnTo>
                      <a:pt x="466725" y="1898650"/>
                    </a:lnTo>
                    <a:close/>
                    <a:moveTo>
                      <a:pt x="6769101" y="1639887"/>
                    </a:moveTo>
                    <a:lnTo>
                      <a:pt x="6827839" y="1733550"/>
                    </a:lnTo>
                    <a:lnTo>
                      <a:pt x="6175375" y="2157412"/>
                    </a:lnTo>
                    <a:lnTo>
                      <a:pt x="6116639" y="2068512"/>
                    </a:lnTo>
                    <a:close/>
                    <a:moveTo>
                      <a:pt x="622301" y="1639887"/>
                    </a:moveTo>
                    <a:lnTo>
                      <a:pt x="1276351" y="2068512"/>
                    </a:lnTo>
                    <a:lnTo>
                      <a:pt x="1216026" y="2157412"/>
                    </a:lnTo>
                    <a:lnTo>
                      <a:pt x="563563" y="1733550"/>
                    </a:lnTo>
                    <a:close/>
                    <a:moveTo>
                      <a:pt x="6659563" y="1482725"/>
                    </a:moveTo>
                    <a:lnTo>
                      <a:pt x="6723063" y="1571625"/>
                    </a:lnTo>
                    <a:lnTo>
                      <a:pt x="6091238" y="2030413"/>
                    </a:lnTo>
                    <a:lnTo>
                      <a:pt x="6027738" y="1944688"/>
                    </a:lnTo>
                    <a:close/>
                    <a:moveTo>
                      <a:pt x="733425" y="1482725"/>
                    </a:moveTo>
                    <a:lnTo>
                      <a:pt x="1365250" y="1944688"/>
                    </a:lnTo>
                    <a:lnTo>
                      <a:pt x="1301750" y="2030413"/>
                    </a:lnTo>
                    <a:lnTo>
                      <a:pt x="669925" y="1571625"/>
                    </a:lnTo>
                    <a:close/>
                    <a:moveTo>
                      <a:pt x="6535739" y="1328737"/>
                    </a:moveTo>
                    <a:lnTo>
                      <a:pt x="6604001" y="1414462"/>
                    </a:lnTo>
                    <a:lnTo>
                      <a:pt x="5997576" y="1906587"/>
                    </a:lnTo>
                    <a:lnTo>
                      <a:pt x="5929313" y="1822450"/>
                    </a:lnTo>
                    <a:close/>
                    <a:moveTo>
                      <a:pt x="855663" y="1328737"/>
                    </a:moveTo>
                    <a:lnTo>
                      <a:pt x="1462088" y="1822450"/>
                    </a:lnTo>
                    <a:lnTo>
                      <a:pt x="1393825" y="1906587"/>
                    </a:lnTo>
                    <a:lnTo>
                      <a:pt x="788988" y="1414462"/>
                    </a:lnTo>
                    <a:close/>
                    <a:moveTo>
                      <a:pt x="6408739" y="1184275"/>
                    </a:moveTo>
                    <a:lnTo>
                      <a:pt x="6481763" y="1265238"/>
                    </a:lnTo>
                    <a:lnTo>
                      <a:pt x="5900738" y="1787525"/>
                    </a:lnTo>
                    <a:lnTo>
                      <a:pt x="5827713" y="1706562"/>
                    </a:lnTo>
                    <a:close/>
                    <a:moveTo>
                      <a:pt x="982663" y="1184275"/>
                    </a:moveTo>
                    <a:lnTo>
                      <a:pt x="1563688" y="1706562"/>
                    </a:lnTo>
                    <a:lnTo>
                      <a:pt x="1492250" y="1787525"/>
                    </a:lnTo>
                    <a:lnTo>
                      <a:pt x="911225" y="1265238"/>
                    </a:lnTo>
                    <a:close/>
                    <a:moveTo>
                      <a:pt x="6273801" y="1044575"/>
                    </a:moveTo>
                    <a:lnTo>
                      <a:pt x="6350001" y="1120775"/>
                    </a:lnTo>
                    <a:lnTo>
                      <a:pt x="5799138" y="1677988"/>
                    </a:lnTo>
                    <a:lnTo>
                      <a:pt x="5722938" y="1601788"/>
                    </a:lnTo>
                    <a:close/>
                    <a:moveTo>
                      <a:pt x="1119188" y="1044575"/>
                    </a:moveTo>
                    <a:lnTo>
                      <a:pt x="1670051" y="1601788"/>
                    </a:lnTo>
                    <a:lnTo>
                      <a:pt x="1593851" y="1677988"/>
                    </a:lnTo>
                    <a:lnTo>
                      <a:pt x="1042988" y="1120775"/>
                    </a:lnTo>
                    <a:close/>
                    <a:moveTo>
                      <a:pt x="6134099" y="912812"/>
                    </a:moveTo>
                    <a:lnTo>
                      <a:pt x="6213475" y="985837"/>
                    </a:lnTo>
                    <a:lnTo>
                      <a:pt x="5688013" y="1566862"/>
                    </a:lnTo>
                    <a:lnTo>
                      <a:pt x="5607050" y="1495424"/>
                    </a:lnTo>
                    <a:close/>
                    <a:moveTo>
                      <a:pt x="1258887" y="912812"/>
                    </a:moveTo>
                    <a:lnTo>
                      <a:pt x="1784350" y="1495424"/>
                    </a:lnTo>
                    <a:lnTo>
                      <a:pt x="1703387" y="1566862"/>
                    </a:lnTo>
                    <a:lnTo>
                      <a:pt x="1177925" y="985837"/>
                    </a:lnTo>
                    <a:close/>
                    <a:moveTo>
                      <a:pt x="5980113" y="788987"/>
                    </a:moveTo>
                    <a:lnTo>
                      <a:pt x="6065838" y="857250"/>
                    </a:lnTo>
                    <a:lnTo>
                      <a:pt x="5573713" y="1470025"/>
                    </a:lnTo>
                    <a:lnTo>
                      <a:pt x="5489575" y="1397000"/>
                    </a:lnTo>
                    <a:close/>
                    <a:moveTo>
                      <a:pt x="1411288" y="788987"/>
                    </a:moveTo>
                    <a:lnTo>
                      <a:pt x="1903413" y="1397000"/>
                    </a:lnTo>
                    <a:lnTo>
                      <a:pt x="1817688" y="1470025"/>
                    </a:lnTo>
                    <a:lnTo>
                      <a:pt x="1327150" y="857250"/>
                    </a:lnTo>
                    <a:close/>
                    <a:moveTo>
                      <a:pt x="5827713" y="674687"/>
                    </a:moveTo>
                    <a:lnTo>
                      <a:pt x="5913438" y="738187"/>
                    </a:lnTo>
                    <a:lnTo>
                      <a:pt x="5454650" y="1371600"/>
                    </a:lnTo>
                    <a:lnTo>
                      <a:pt x="5365750" y="1308100"/>
                    </a:lnTo>
                    <a:close/>
                    <a:moveTo>
                      <a:pt x="1563687" y="674687"/>
                    </a:moveTo>
                    <a:lnTo>
                      <a:pt x="2025650" y="1308100"/>
                    </a:lnTo>
                    <a:lnTo>
                      <a:pt x="1936750" y="1371600"/>
                    </a:lnTo>
                    <a:lnTo>
                      <a:pt x="1479550" y="738187"/>
                    </a:lnTo>
                    <a:close/>
                    <a:moveTo>
                      <a:pt x="5667375" y="568325"/>
                    </a:moveTo>
                    <a:lnTo>
                      <a:pt x="5756275" y="623888"/>
                    </a:lnTo>
                    <a:lnTo>
                      <a:pt x="5332413" y="1282700"/>
                    </a:lnTo>
                    <a:lnTo>
                      <a:pt x="5238750" y="1222375"/>
                    </a:lnTo>
                    <a:close/>
                    <a:moveTo>
                      <a:pt x="1725613" y="568325"/>
                    </a:moveTo>
                    <a:lnTo>
                      <a:pt x="2152651" y="1222375"/>
                    </a:lnTo>
                    <a:lnTo>
                      <a:pt x="2060576" y="1282700"/>
                    </a:lnTo>
                    <a:lnTo>
                      <a:pt x="1636713" y="623888"/>
                    </a:lnTo>
                    <a:close/>
                    <a:moveTo>
                      <a:pt x="5497513" y="466725"/>
                    </a:moveTo>
                    <a:lnTo>
                      <a:pt x="5594351" y="522288"/>
                    </a:lnTo>
                    <a:lnTo>
                      <a:pt x="5200651" y="1201738"/>
                    </a:lnTo>
                    <a:lnTo>
                      <a:pt x="5106988" y="1146175"/>
                    </a:lnTo>
                    <a:close/>
                    <a:moveTo>
                      <a:pt x="1893888" y="466725"/>
                    </a:moveTo>
                    <a:lnTo>
                      <a:pt x="2284413" y="1146175"/>
                    </a:lnTo>
                    <a:lnTo>
                      <a:pt x="2190750" y="1201738"/>
                    </a:lnTo>
                    <a:lnTo>
                      <a:pt x="1797050" y="522288"/>
                    </a:lnTo>
                    <a:close/>
                    <a:moveTo>
                      <a:pt x="5327650" y="377825"/>
                    </a:moveTo>
                    <a:lnTo>
                      <a:pt x="5426075" y="428625"/>
                    </a:lnTo>
                    <a:lnTo>
                      <a:pt x="5068887" y="1125538"/>
                    </a:lnTo>
                    <a:lnTo>
                      <a:pt x="4972050" y="1074738"/>
                    </a:lnTo>
                    <a:close/>
                    <a:moveTo>
                      <a:pt x="2063751" y="377825"/>
                    </a:moveTo>
                    <a:lnTo>
                      <a:pt x="2420938" y="1074738"/>
                    </a:lnTo>
                    <a:lnTo>
                      <a:pt x="2322513" y="1125538"/>
                    </a:lnTo>
                    <a:lnTo>
                      <a:pt x="1966913" y="428625"/>
                    </a:lnTo>
                    <a:close/>
                    <a:moveTo>
                      <a:pt x="5149850" y="296862"/>
                    </a:moveTo>
                    <a:lnTo>
                      <a:pt x="5251450" y="339725"/>
                    </a:lnTo>
                    <a:lnTo>
                      <a:pt x="4933950" y="1057275"/>
                    </a:lnTo>
                    <a:lnTo>
                      <a:pt x="4832350" y="1011238"/>
                    </a:lnTo>
                    <a:close/>
                    <a:moveTo>
                      <a:pt x="2241550" y="296862"/>
                    </a:moveTo>
                    <a:lnTo>
                      <a:pt x="2560638" y="1011238"/>
                    </a:lnTo>
                    <a:lnTo>
                      <a:pt x="2459038" y="1057275"/>
                    </a:lnTo>
                    <a:lnTo>
                      <a:pt x="2139950" y="339725"/>
                    </a:lnTo>
                    <a:close/>
                    <a:moveTo>
                      <a:pt x="4972050" y="225425"/>
                    </a:moveTo>
                    <a:lnTo>
                      <a:pt x="5073650" y="263525"/>
                    </a:lnTo>
                    <a:lnTo>
                      <a:pt x="4794250" y="993775"/>
                    </a:lnTo>
                    <a:lnTo>
                      <a:pt x="4692650" y="955675"/>
                    </a:lnTo>
                    <a:close/>
                    <a:moveTo>
                      <a:pt x="2420938" y="225425"/>
                    </a:moveTo>
                    <a:lnTo>
                      <a:pt x="2700338" y="955675"/>
                    </a:lnTo>
                    <a:lnTo>
                      <a:pt x="2598738" y="993775"/>
                    </a:lnTo>
                    <a:lnTo>
                      <a:pt x="2317750" y="263525"/>
                    </a:lnTo>
                    <a:close/>
                    <a:moveTo>
                      <a:pt x="4789488" y="160337"/>
                    </a:moveTo>
                    <a:lnTo>
                      <a:pt x="4891088" y="195262"/>
                    </a:lnTo>
                    <a:lnTo>
                      <a:pt x="4649788" y="942975"/>
                    </a:lnTo>
                    <a:lnTo>
                      <a:pt x="4548188" y="908050"/>
                    </a:lnTo>
                    <a:close/>
                    <a:moveTo>
                      <a:pt x="2601913" y="160337"/>
                    </a:moveTo>
                    <a:lnTo>
                      <a:pt x="2844801" y="908050"/>
                    </a:lnTo>
                    <a:lnTo>
                      <a:pt x="2741613" y="942975"/>
                    </a:lnTo>
                    <a:lnTo>
                      <a:pt x="2500313" y="195262"/>
                    </a:lnTo>
                    <a:close/>
                    <a:moveTo>
                      <a:pt x="4603751" y="109537"/>
                    </a:moveTo>
                    <a:lnTo>
                      <a:pt x="4705351" y="139700"/>
                    </a:lnTo>
                    <a:lnTo>
                      <a:pt x="4505326" y="895350"/>
                    </a:lnTo>
                    <a:lnTo>
                      <a:pt x="4398963" y="866775"/>
                    </a:lnTo>
                    <a:close/>
                    <a:moveTo>
                      <a:pt x="2789238" y="109537"/>
                    </a:moveTo>
                    <a:lnTo>
                      <a:pt x="2992438" y="866775"/>
                    </a:lnTo>
                    <a:lnTo>
                      <a:pt x="2886075" y="895350"/>
                    </a:lnTo>
                    <a:lnTo>
                      <a:pt x="2687638" y="139700"/>
                    </a:lnTo>
                    <a:close/>
                    <a:moveTo>
                      <a:pt x="4411663" y="68262"/>
                    </a:moveTo>
                    <a:lnTo>
                      <a:pt x="4518025" y="88900"/>
                    </a:lnTo>
                    <a:lnTo>
                      <a:pt x="4357687" y="857250"/>
                    </a:lnTo>
                    <a:lnTo>
                      <a:pt x="4251325" y="831850"/>
                    </a:lnTo>
                    <a:close/>
                    <a:moveTo>
                      <a:pt x="2979737" y="68262"/>
                    </a:moveTo>
                    <a:lnTo>
                      <a:pt x="3140075" y="831850"/>
                    </a:lnTo>
                    <a:lnTo>
                      <a:pt x="3035300" y="857250"/>
                    </a:lnTo>
                    <a:lnTo>
                      <a:pt x="2873375" y="88900"/>
                    </a:lnTo>
                    <a:close/>
                    <a:moveTo>
                      <a:pt x="4221163" y="33337"/>
                    </a:moveTo>
                    <a:lnTo>
                      <a:pt x="4327525" y="50800"/>
                    </a:lnTo>
                    <a:lnTo>
                      <a:pt x="4205287" y="823912"/>
                    </a:lnTo>
                    <a:lnTo>
                      <a:pt x="4098925" y="806450"/>
                    </a:lnTo>
                    <a:close/>
                    <a:moveTo>
                      <a:pt x="3170238" y="33337"/>
                    </a:moveTo>
                    <a:lnTo>
                      <a:pt x="3294063" y="806450"/>
                    </a:lnTo>
                    <a:lnTo>
                      <a:pt x="3187700" y="823912"/>
                    </a:lnTo>
                    <a:lnTo>
                      <a:pt x="3063875" y="50800"/>
                    </a:lnTo>
                    <a:close/>
                    <a:moveTo>
                      <a:pt x="4030663" y="12700"/>
                    </a:moveTo>
                    <a:lnTo>
                      <a:pt x="4137025" y="25400"/>
                    </a:lnTo>
                    <a:lnTo>
                      <a:pt x="4056063" y="803275"/>
                    </a:lnTo>
                    <a:lnTo>
                      <a:pt x="3946525" y="788988"/>
                    </a:lnTo>
                    <a:close/>
                    <a:moveTo>
                      <a:pt x="3360738" y="12700"/>
                    </a:moveTo>
                    <a:lnTo>
                      <a:pt x="3446463" y="788988"/>
                    </a:lnTo>
                    <a:lnTo>
                      <a:pt x="3335338" y="803275"/>
                    </a:lnTo>
                    <a:lnTo>
                      <a:pt x="3255963" y="25400"/>
                    </a:lnTo>
                    <a:close/>
                    <a:moveTo>
                      <a:pt x="3835400" y="0"/>
                    </a:moveTo>
                    <a:lnTo>
                      <a:pt x="3941763" y="7938"/>
                    </a:lnTo>
                    <a:lnTo>
                      <a:pt x="3903663" y="788988"/>
                    </a:lnTo>
                    <a:lnTo>
                      <a:pt x="3794125" y="781050"/>
                    </a:lnTo>
                    <a:close/>
                    <a:moveTo>
                      <a:pt x="3641725" y="0"/>
                    </a:moveTo>
                    <a:lnTo>
                      <a:pt x="3751263" y="0"/>
                    </a:lnTo>
                    <a:lnTo>
                      <a:pt x="3751263" y="781050"/>
                    </a:lnTo>
                    <a:lnTo>
                      <a:pt x="3641725" y="781050"/>
                    </a:lnTo>
                    <a:close/>
                    <a:moveTo>
                      <a:pt x="3556001" y="0"/>
                    </a:moveTo>
                    <a:lnTo>
                      <a:pt x="3598863" y="781050"/>
                    </a:lnTo>
                    <a:lnTo>
                      <a:pt x="3487738" y="788988"/>
                    </a:lnTo>
                    <a:lnTo>
                      <a:pt x="3449638" y="7938"/>
                    </a:lnTo>
                    <a:close/>
                  </a:path>
                </a:pathLst>
              </a:custGeom>
              <a:solidFill>
                <a:sysClr val="windowText" lastClr="000000">
                  <a:lumMod val="75000"/>
                  <a:lumOff val="25000"/>
                </a:sysClr>
              </a:solidFill>
              <a:ln>
                <a:noFill/>
              </a:ln>
            </p:spPr>
            <p:txBody>
              <a:bodyPr vert="horz" wrap="square" lIns="45714" tIns="22857" rIns="45714" bIns="22857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defRPr/>
                </a:pPr>
                <a:endParaRPr lang="en-US" sz="900" kern="0">
                  <a:solidFill>
                    <a:schemeClr val="bg2">
                      <a:lumMod val="40000"/>
                      <a:lumOff val="60000"/>
                    </a:schemeClr>
                  </a:solidFill>
                  <a:cs typeface="CiscoSansTT" panose="020B0503020201020303" pitchFamily="34" charset="0"/>
                </a:endParaRPr>
              </a:p>
            </p:txBody>
          </p:sp>
          <p:sp>
            <p:nvSpPr>
              <p:cNvPr id="442" name="TextBox 441">
                <a:extLst>
                  <a:ext uri="{FF2B5EF4-FFF2-40B4-BE49-F238E27FC236}">
                    <a16:creationId xmlns:a16="http://schemas.microsoft.com/office/drawing/2014/main" id="{42CE574A-D107-84F3-B012-E97CA5E315C4}"/>
                  </a:ext>
                </a:extLst>
              </p:cNvPr>
              <p:cNvSpPr txBox="1"/>
              <p:nvPr/>
            </p:nvSpPr>
            <p:spPr>
              <a:xfrm>
                <a:off x="5645600" y="3416855"/>
                <a:ext cx="821337" cy="24928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ctr">
                  <a:defRPr/>
                </a:pPr>
                <a:r>
                  <a:rPr lang="en-US" sz="900" b="1" kern="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rgbClr val="FF3399">
                          <a:alpha val="24000"/>
                        </a:srgbClr>
                      </a:glow>
                    </a:effectLst>
                    <a:cs typeface="CiscoSansTT"/>
                  </a:rPr>
                  <a:t>5</a:t>
                </a:r>
              </a:p>
            </p:txBody>
          </p:sp>
          <p:sp>
            <p:nvSpPr>
              <p:cNvPr id="443" name="Pie 84">
                <a:extLst>
                  <a:ext uri="{FF2B5EF4-FFF2-40B4-BE49-F238E27FC236}">
                    <a16:creationId xmlns:a16="http://schemas.microsoft.com/office/drawing/2014/main" id="{B7D1E787-C468-392D-29BA-B064A7F31650}"/>
                  </a:ext>
                </a:extLst>
              </p:cNvPr>
              <p:cNvSpPr/>
              <p:nvPr/>
            </p:nvSpPr>
            <p:spPr>
              <a:xfrm>
                <a:off x="4923541" y="2526266"/>
                <a:ext cx="2269625" cy="2269624"/>
              </a:xfrm>
              <a:prstGeom prst="arc">
                <a:avLst>
                  <a:gd name="adj1" fmla="val 10670525"/>
                  <a:gd name="adj2" fmla="val 21525057"/>
                </a:avLst>
              </a:prstGeom>
              <a:noFill/>
              <a:ln w="139700" cap="rnd" cmpd="sng" algn="ctr">
                <a:solidFill>
                  <a:srgbClr val="0F9ED5"/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US" sz="900" kern="0">
                  <a:solidFill>
                    <a:schemeClr val="bg2">
                      <a:lumMod val="40000"/>
                      <a:lumOff val="60000"/>
                    </a:schemeClr>
                  </a:solidFill>
                  <a:cs typeface="CiscoSansTT" panose="020B0503020201020303" pitchFamily="34" charset="0"/>
                </a:endParaRPr>
              </a:p>
            </p:txBody>
          </p:sp>
        </p:grpSp>
      </p:grpSp>
      <p:grpSp>
        <p:nvGrpSpPr>
          <p:cNvPr id="444" name="Group 443">
            <a:extLst>
              <a:ext uri="{FF2B5EF4-FFF2-40B4-BE49-F238E27FC236}">
                <a16:creationId xmlns:a16="http://schemas.microsoft.com/office/drawing/2014/main" id="{1F30830F-00D8-9CA5-EFFE-7710E4FB6438}"/>
              </a:ext>
            </a:extLst>
          </p:cNvPr>
          <p:cNvGrpSpPr/>
          <p:nvPr/>
        </p:nvGrpSpPr>
        <p:grpSpPr>
          <a:xfrm>
            <a:off x="11300024" y="1444474"/>
            <a:ext cx="769462" cy="418396"/>
            <a:chOff x="5561967" y="1527628"/>
            <a:chExt cx="769462" cy="418396"/>
          </a:xfrm>
        </p:grpSpPr>
        <p:sp>
          <p:nvSpPr>
            <p:cNvPr id="445" name="Freeform 177">
              <a:extLst>
                <a:ext uri="{FF2B5EF4-FFF2-40B4-BE49-F238E27FC236}">
                  <a16:creationId xmlns:a16="http://schemas.microsoft.com/office/drawing/2014/main" id="{DEFFECD3-EB24-32D8-F9C3-3154224E197A}"/>
                </a:ext>
              </a:extLst>
            </p:cNvPr>
            <p:cNvSpPr/>
            <p:nvPr/>
          </p:nvSpPr>
          <p:spPr>
            <a:xfrm rot="16200000">
              <a:off x="5737500" y="1378879"/>
              <a:ext cx="418396" cy="715894"/>
            </a:xfrm>
            <a:custGeom>
              <a:avLst/>
              <a:gdLst>
                <a:gd name="connsiteX0" fmla="*/ 1363945 w 1363945"/>
                <a:gd name="connsiteY0" fmla="*/ 3121960 h 3313662"/>
                <a:gd name="connsiteX1" fmla="*/ 1363945 w 1363945"/>
                <a:gd name="connsiteY1" fmla="*/ 324014 h 3313662"/>
                <a:gd name="connsiteX2" fmla="*/ 1172243 w 1363945"/>
                <a:gd name="connsiteY2" fmla="*/ 132312 h 3313662"/>
                <a:gd name="connsiteX3" fmla="*/ 739665 w 1363945"/>
                <a:gd name="connsiteY3" fmla="*/ 132312 h 3313662"/>
                <a:gd name="connsiteX4" fmla="*/ 662923 w 1363945"/>
                <a:gd name="connsiteY4" fmla="*/ 0 h 3313662"/>
                <a:gd name="connsiteX5" fmla="*/ 586182 w 1363945"/>
                <a:gd name="connsiteY5" fmla="*/ 132312 h 3313662"/>
                <a:gd name="connsiteX6" fmla="*/ 191702 w 1363945"/>
                <a:gd name="connsiteY6" fmla="*/ 132312 h 3313662"/>
                <a:gd name="connsiteX7" fmla="*/ 0 w 1363945"/>
                <a:gd name="connsiteY7" fmla="*/ 324014 h 3313662"/>
                <a:gd name="connsiteX8" fmla="*/ 0 w 1363945"/>
                <a:gd name="connsiteY8" fmla="*/ 3121960 h 3313662"/>
                <a:gd name="connsiteX9" fmla="*/ 191702 w 1363945"/>
                <a:gd name="connsiteY9" fmla="*/ 3313662 h 3313662"/>
                <a:gd name="connsiteX10" fmla="*/ 1172243 w 1363945"/>
                <a:gd name="connsiteY10" fmla="*/ 3313662 h 3313662"/>
                <a:gd name="connsiteX11" fmla="*/ 1363945 w 1363945"/>
                <a:gd name="connsiteY11" fmla="*/ 3121960 h 3313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63945" h="3313662">
                  <a:moveTo>
                    <a:pt x="1363945" y="3121960"/>
                  </a:moveTo>
                  <a:lnTo>
                    <a:pt x="1363945" y="324014"/>
                  </a:lnTo>
                  <a:cubicBezTo>
                    <a:pt x="1363945" y="218140"/>
                    <a:pt x="1278117" y="132312"/>
                    <a:pt x="1172243" y="132312"/>
                  </a:cubicBezTo>
                  <a:lnTo>
                    <a:pt x="739665" y="132312"/>
                  </a:lnTo>
                  <a:lnTo>
                    <a:pt x="662923" y="0"/>
                  </a:lnTo>
                  <a:lnTo>
                    <a:pt x="586182" y="132312"/>
                  </a:lnTo>
                  <a:lnTo>
                    <a:pt x="191702" y="132312"/>
                  </a:lnTo>
                  <a:cubicBezTo>
                    <a:pt x="85828" y="132312"/>
                    <a:pt x="0" y="218140"/>
                    <a:pt x="0" y="324014"/>
                  </a:cubicBezTo>
                  <a:lnTo>
                    <a:pt x="0" y="3121960"/>
                  </a:lnTo>
                  <a:cubicBezTo>
                    <a:pt x="0" y="3227834"/>
                    <a:pt x="85828" y="3313662"/>
                    <a:pt x="191702" y="3313662"/>
                  </a:cubicBezTo>
                  <a:lnTo>
                    <a:pt x="1172243" y="3313662"/>
                  </a:lnTo>
                  <a:cubicBezTo>
                    <a:pt x="1278117" y="3313662"/>
                    <a:pt x="1363945" y="3227834"/>
                    <a:pt x="1363945" y="3121960"/>
                  </a:cubicBezTo>
                  <a:close/>
                </a:path>
              </a:pathLst>
            </a:custGeom>
            <a:solidFill>
              <a:srgbClr val="0F9ED5"/>
            </a:solidFill>
            <a:ln w="19050" cap="flat" cmpd="sng" algn="ctr">
              <a:noFill/>
              <a:prstDash val="solid"/>
              <a:miter lim="800000"/>
            </a:ln>
            <a:effectLst>
              <a:outerShdw blurRad="101600" dist="38100" dir="2700000" algn="tl" rotWithShape="0">
                <a:prstClr val="black">
                  <a:alpha val="25000"/>
                </a:prst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US" sz="900" kern="0">
                <a:solidFill>
                  <a:schemeClr val="bg2">
                    <a:lumMod val="40000"/>
                    <a:lumOff val="60000"/>
                  </a:schemeClr>
                </a:solidFill>
                <a:cs typeface="CiscoSansTT" panose="020B0503020201020303" pitchFamily="34" charset="0"/>
              </a:endParaRPr>
            </a:p>
          </p:txBody>
        </p:sp>
        <p:sp>
          <p:nvSpPr>
            <p:cNvPr id="446" name="TextBox 445">
              <a:extLst>
                <a:ext uri="{FF2B5EF4-FFF2-40B4-BE49-F238E27FC236}">
                  <a16:creationId xmlns:a16="http://schemas.microsoft.com/office/drawing/2014/main" id="{55637BE6-8B81-ABB0-DBE1-AD601410BC67}"/>
                </a:ext>
              </a:extLst>
            </p:cNvPr>
            <p:cNvSpPr txBox="1"/>
            <p:nvPr/>
          </p:nvSpPr>
          <p:spPr>
            <a:xfrm>
              <a:off x="5565759" y="1617349"/>
              <a:ext cx="76187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en-US" sz="900" b="1" kern="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cs typeface="CiscoSansTT" panose="020B0503020201020303" pitchFamily="34" charset="0"/>
                </a:rPr>
                <a:t>4.9</a:t>
              </a:r>
            </a:p>
          </p:txBody>
        </p:sp>
        <p:sp>
          <p:nvSpPr>
            <p:cNvPr id="447" name="TextBox 446">
              <a:extLst>
                <a:ext uri="{FF2B5EF4-FFF2-40B4-BE49-F238E27FC236}">
                  <a16:creationId xmlns:a16="http://schemas.microsoft.com/office/drawing/2014/main" id="{BF6A89B0-3D1A-290D-4AE9-5A80E27347CF}"/>
                </a:ext>
              </a:extLst>
            </p:cNvPr>
            <p:cNvSpPr txBox="1"/>
            <p:nvPr/>
          </p:nvSpPr>
          <p:spPr>
            <a:xfrm>
              <a:off x="5561967" y="1776409"/>
              <a:ext cx="769462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en-US" sz="900" kern="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cs typeface="CiscoSansTT" panose="020B0503020201020303" pitchFamily="34" charset="0"/>
                </a:rPr>
                <a:t>Target</a:t>
              </a:r>
            </a:p>
          </p:txBody>
        </p:sp>
      </p:grpSp>
      <p:sp>
        <p:nvSpPr>
          <p:cNvPr id="448" name="TextBox 447">
            <a:extLst>
              <a:ext uri="{FF2B5EF4-FFF2-40B4-BE49-F238E27FC236}">
                <a16:creationId xmlns:a16="http://schemas.microsoft.com/office/drawing/2014/main" id="{F35C85BC-1344-DF2F-0C3A-B21E83B19968}"/>
              </a:ext>
            </a:extLst>
          </p:cNvPr>
          <p:cNvSpPr txBox="1"/>
          <p:nvPr/>
        </p:nvSpPr>
        <p:spPr>
          <a:xfrm>
            <a:off x="791370" y="2951351"/>
            <a:ext cx="1433232" cy="36065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950" dirty="0">
                <a:solidFill>
                  <a:schemeClr val="bg2">
                    <a:lumMod val="40000"/>
                    <a:lumOff val="60000"/>
                  </a:schemeClr>
                </a:solidFill>
                <a:ea typeface="ＭＳ Ｐゴシック" charset="0"/>
              </a:rPr>
              <a:t>Average first response</a:t>
            </a:r>
          </a:p>
          <a:p>
            <a: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IN" sz="1600" kern="1200" dirty="0">
              <a:solidFill>
                <a:schemeClr val="bg2">
                  <a:lumMod val="40000"/>
                  <a:lumOff val="60000"/>
                </a:schemeClr>
              </a:solidFill>
              <a:latin typeface="+mn-lt"/>
              <a:ea typeface="ＭＳ Ｐゴシック" charset="0"/>
            </a:endParaRP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BE6DBD1B-CB0C-2802-545C-0E911F7E2752}"/>
              </a:ext>
            </a:extLst>
          </p:cNvPr>
          <p:cNvSpPr txBox="1"/>
          <p:nvPr/>
        </p:nvSpPr>
        <p:spPr>
          <a:xfrm>
            <a:off x="2622085" y="2967756"/>
            <a:ext cx="2869523" cy="29898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950" dirty="0">
                <a:solidFill>
                  <a:schemeClr val="bg2">
                    <a:lumMod val="40000"/>
                    <a:lumOff val="60000"/>
                  </a:schemeClr>
                </a:solidFill>
                <a:ea typeface="ＭＳ Ｐゴシック" charset="0"/>
              </a:rPr>
              <a:t>Average time taken to resolve (closed within 1 workday)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F8686E4D-ECF0-233A-60E3-4D472D712898}"/>
              </a:ext>
            </a:extLst>
          </p:cNvPr>
          <p:cNvSpPr txBox="1"/>
          <p:nvPr/>
        </p:nvSpPr>
        <p:spPr>
          <a:xfrm>
            <a:off x="5979773" y="2966948"/>
            <a:ext cx="2865945" cy="41839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950" dirty="0">
                <a:solidFill>
                  <a:schemeClr val="bg2">
                    <a:lumMod val="40000"/>
                    <a:lumOff val="60000"/>
                  </a:schemeClr>
                </a:solidFill>
                <a:ea typeface="ＭＳ Ｐゴシック" charset="0"/>
              </a:rPr>
              <a:t>Average time taken to resolve (closed within 1 work week</a:t>
            </a:r>
            <a:r>
              <a:rPr lang="en-US" sz="1100" dirty="0">
                <a:solidFill>
                  <a:schemeClr val="bg2">
                    <a:lumMod val="40000"/>
                    <a:lumOff val="60000"/>
                  </a:schemeClr>
                </a:solidFill>
                <a:ea typeface="ＭＳ Ｐゴシック" charset="0"/>
              </a:rPr>
              <a:t>)  </a:t>
            </a:r>
          </a:p>
          <a:p>
            <a: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IN" sz="1600" kern="1200" dirty="0">
              <a:solidFill>
                <a:schemeClr val="bg2">
                  <a:lumMod val="40000"/>
                  <a:lumOff val="60000"/>
                </a:schemeClr>
              </a:solidFill>
              <a:latin typeface="+mn-lt"/>
              <a:ea typeface="ＭＳ Ｐゴシック" charset="0"/>
            </a:endParaRPr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AE21F5AD-70CC-6AC0-1CFD-DE43A31D36F6}"/>
              </a:ext>
            </a:extLst>
          </p:cNvPr>
          <p:cNvSpPr txBox="1"/>
          <p:nvPr/>
        </p:nvSpPr>
        <p:spPr>
          <a:xfrm>
            <a:off x="9463244" y="2959479"/>
            <a:ext cx="2491355" cy="50783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950" dirty="0">
                <a:solidFill>
                  <a:schemeClr val="bg2">
                    <a:lumMod val="40000"/>
                    <a:lumOff val="60000"/>
                  </a:schemeClr>
                </a:solidFill>
                <a:ea typeface="ＭＳ Ｐゴシック" charset="0"/>
              </a:rPr>
              <a:t>Measure the CSAT for a specific case 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950" dirty="0">
                <a:solidFill>
                  <a:schemeClr val="bg2">
                    <a:lumMod val="40000"/>
                    <a:lumOff val="60000"/>
                  </a:schemeClr>
                </a:solidFill>
                <a:ea typeface="ＭＳ Ｐゴシック" charset="0"/>
              </a:rPr>
              <a:t>on a 1-5 scale</a:t>
            </a:r>
          </a:p>
          <a:p>
            <a: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IN" sz="1600" kern="1200" dirty="0">
              <a:solidFill>
                <a:schemeClr val="bg2">
                  <a:lumMod val="40000"/>
                  <a:lumOff val="60000"/>
                </a:schemeClr>
              </a:solidFill>
              <a:latin typeface="+mn-lt"/>
              <a:ea typeface="ＭＳ Ｐゴシック" charset="0"/>
            </a:endParaRPr>
          </a:p>
        </p:txBody>
      </p:sp>
      <p:grpSp>
        <p:nvGrpSpPr>
          <p:cNvPr id="452" name="Group 451">
            <a:extLst>
              <a:ext uri="{FF2B5EF4-FFF2-40B4-BE49-F238E27FC236}">
                <a16:creationId xmlns:a16="http://schemas.microsoft.com/office/drawing/2014/main" id="{E5CBD569-A1FB-193A-AB22-55F8717B879D}"/>
              </a:ext>
            </a:extLst>
          </p:cNvPr>
          <p:cNvGrpSpPr/>
          <p:nvPr/>
        </p:nvGrpSpPr>
        <p:grpSpPr>
          <a:xfrm>
            <a:off x="7843273" y="1444474"/>
            <a:ext cx="769462" cy="418396"/>
            <a:chOff x="5699991" y="1734664"/>
            <a:chExt cx="769462" cy="418396"/>
          </a:xfrm>
        </p:grpSpPr>
        <p:sp>
          <p:nvSpPr>
            <p:cNvPr id="453" name="Freeform 177">
              <a:extLst>
                <a:ext uri="{FF2B5EF4-FFF2-40B4-BE49-F238E27FC236}">
                  <a16:creationId xmlns:a16="http://schemas.microsoft.com/office/drawing/2014/main" id="{CFDF8119-7EB5-6D36-C614-8E364AF2B4CA}"/>
                </a:ext>
              </a:extLst>
            </p:cNvPr>
            <p:cNvSpPr/>
            <p:nvPr/>
          </p:nvSpPr>
          <p:spPr>
            <a:xfrm rot="16200000">
              <a:off x="5869773" y="1585915"/>
              <a:ext cx="418396" cy="715894"/>
            </a:xfrm>
            <a:custGeom>
              <a:avLst/>
              <a:gdLst>
                <a:gd name="connsiteX0" fmla="*/ 1363945 w 1363945"/>
                <a:gd name="connsiteY0" fmla="*/ 3121960 h 3313662"/>
                <a:gd name="connsiteX1" fmla="*/ 1363945 w 1363945"/>
                <a:gd name="connsiteY1" fmla="*/ 324014 h 3313662"/>
                <a:gd name="connsiteX2" fmla="*/ 1172243 w 1363945"/>
                <a:gd name="connsiteY2" fmla="*/ 132312 h 3313662"/>
                <a:gd name="connsiteX3" fmla="*/ 739665 w 1363945"/>
                <a:gd name="connsiteY3" fmla="*/ 132312 h 3313662"/>
                <a:gd name="connsiteX4" fmla="*/ 662923 w 1363945"/>
                <a:gd name="connsiteY4" fmla="*/ 0 h 3313662"/>
                <a:gd name="connsiteX5" fmla="*/ 586182 w 1363945"/>
                <a:gd name="connsiteY5" fmla="*/ 132312 h 3313662"/>
                <a:gd name="connsiteX6" fmla="*/ 191702 w 1363945"/>
                <a:gd name="connsiteY6" fmla="*/ 132312 h 3313662"/>
                <a:gd name="connsiteX7" fmla="*/ 0 w 1363945"/>
                <a:gd name="connsiteY7" fmla="*/ 324014 h 3313662"/>
                <a:gd name="connsiteX8" fmla="*/ 0 w 1363945"/>
                <a:gd name="connsiteY8" fmla="*/ 3121960 h 3313662"/>
                <a:gd name="connsiteX9" fmla="*/ 191702 w 1363945"/>
                <a:gd name="connsiteY9" fmla="*/ 3313662 h 3313662"/>
                <a:gd name="connsiteX10" fmla="*/ 1172243 w 1363945"/>
                <a:gd name="connsiteY10" fmla="*/ 3313662 h 3313662"/>
                <a:gd name="connsiteX11" fmla="*/ 1363945 w 1363945"/>
                <a:gd name="connsiteY11" fmla="*/ 3121960 h 3313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63945" h="3313662">
                  <a:moveTo>
                    <a:pt x="1363945" y="3121960"/>
                  </a:moveTo>
                  <a:lnTo>
                    <a:pt x="1363945" y="324014"/>
                  </a:lnTo>
                  <a:cubicBezTo>
                    <a:pt x="1363945" y="218140"/>
                    <a:pt x="1278117" y="132312"/>
                    <a:pt x="1172243" y="132312"/>
                  </a:cubicBezTo>
                  <a:lnTo>
                    <a:pt x="739665" y="132312"/>
                  </a:lnTo>
                  <a:lnTo>
                    <a:pt x="662923" y="0"/>
                  </a:lnTo>
                  <a:lnTo>
                    <a:pt x="586182" y="132312"/>
                  </a:lnTo>
                  <a:lnTo>
                    <a:pt x="191702" y="132312"/>
                  </a:lnTo>
                  <a:cubicBezTo>
                    <a:pt x="85828" y="132312"/>
                    <a:pt x="0" y="218140"/>
                    <a:pt x="0" y="324014"/>
                  </a:cubicBezTo>
                  <a:lnTo>
                    <a:pt x="0" y="3121960"/>
                  </a:lnTo>
                  <a:cubicBezTo>
                    <a:pt x="0" y="3227834"/>
                    <a:pt x="85828" y="3313662"/>
                    <a:pt x="191702" y="3313662"/>
                  </a:cubicBezTo>
                  <a:lnTo>
                    <a:pt x="1172243" y="3313662"/>
                  </a:lnTo>
                  <a:cubicBezTo>
                    <a:pt x="1278117" y="3313662"/>
                    <a:pt x="1363945" y="3227834"/>
                    <a:pt x="1363945" y="3121960"/>
                  </a:cubicBezTo>
                  <a:close/>
                </a:path>
              </a:pathLst>
            </a:custGeom>
            <a:solidFill>
              <a:srgbClr val="0F9ED5"/>
            </a:solidFill>
            <a:ln w="19050" cap="flat" cmpd="sng" algn="ctr">
              <a:noFill/>
              <a:prstDash val="solid"/>
              <a:miter lim="800000"/>
            </a:ln>
            <a:effectLst>
              <a:outerShdw blurRad="101600" dist="38100" dir="2700000" algn="tl" rotWithShape="0">
                <a:prstClr val="black">
                  <a:alpha val="25000"/>
                </a:prstClr>
              </a:outerShdw>
            </a:effectLst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40000"/>
                    <a:lumOff val="60000"/>
                  </a:schemeClr>
                </a:solidFill>
                <a:effectLst/>
                <a:uLnTx/>
                <a:uFillTx/>
                <a:latin typeface="CiscoSansTT"/>
                <a:ea typeface="+mn-ea"/>
                <a:cs typeface="CiscoSansTT" panose="020B0503020201020303" pitchFamily="34" charset="0"/>
              </a:endParaRPr>
            </a:p>
          </p:txBody>
        </p:sp>
        <p:sp>
          <p:nvSpPr>
            <p:cNvPr id="454" name="TextBox 55">
              <a:extLst>
                <a:ext uri="{FF2B5EF4-FFF2-40B4-BE49-F238E27FC236}">
                  <a16:creationId xmlns:a16="http://schemas.microsoft.com/office/drawing/2014/main" id="{D33D63D3-744F-6E7D-FEC0-70B3F2D018F6}"/>
                </a:ext>
              </a:extLst>
            </p:cNvPr>
            <p:cNvSpPr txBox="1"/>
            <p:nvPr/>
          </p:nvSpPr>
          <p:spPr>
            <a:xfrm>
              <a:off x="5703783" y="1789680"/>
              <a:ext cx="76187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 dirty="0">
                  <a:ln>
                    <a:noFill/>
                  </a:ln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uLnTx/>
                  <a:uFillTx/>
                  <a:latin typeface="CiscoSansTT"/>
                  <a:ea typeface="+mn-ea"/>
                  <a:cs typeface="CiscoSansTT" panose="020B0503020201020303" pitchFamily="34" charset="0"/>
                </a:rPr>
                <a:t>90%</a:t>
              </a:r>
            </a:p>
          </p:txBody>
        </p:sp>
        <p:sp>
          <p:nvSpPr>
            <p:cNvPr id="455" name="TextBox 56">
              <a:extLst>
                <a:ext uri="{FF2B5EF4-FFF2-40B4-BE49-F238E27FC236}">
                  <a16:creationId xmlns:a16="http://schemas.microsoft.com/office/drawing/2014/main" id="{0EB1855A-1496-4B2F-6C41-71120D1E53D5}"/>
                </a:ext>
              </a:extLst>
            </p:cNvPr>
            <p:cNvSpPr txBox="1"/>
            <p:nvPr/>
          </p:nvSpPr>
          <p:spPr>
            <a:xfrm>
              <a:off x="5699991" y="1908682"/>
              <a:ext cx="769462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 dirty="0">
                  <a:ln>
                    <a:noFill/>
                  </a:ln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uLnTx/>
                  <a:uFillTx/>
                  <a:latin typeface="CiscoSansTT"/>
                  <a:ea typeface="+mn-ea"/>
                  <a:cs typeface="CiscoSansTT" panose="020B0503020201020303" pitchFamily="34" charset="0"/>
                </a:rPr>
                <a:t>Target</a:t>
              </a:r>
            </a:p>
          </p:txBody>
        </p:sp>
      </p:grpSp>
      <p:sp>
        <p:nvSpPr>
          <p:cNvPr id="459" name="Rectangle: Rounded Corners 458">
            <a:extLst>
              <a:ext uri="{FF2B5EF4-FFF2-40B4-BE49-F238E27FC236}">
                <a16:creationId xmlns:a16="http://schemas.microsoft.com/office/drawing/2014/main" id="{66EEEC67-A952-8963-F08C-9BD1365033D4}"/>
              </a:ext>
            </a:extLst>
          </p:cNvPr>
          <p:cNvSpPr/>
          <p:nvPr/>
        </p:nvSpPr>
        <p:spPr>
          <a:xfrm>
            <a:off x="237401" y="550388"/>
            <a:ext cx="11823535" cy="2878612"/>
          </a:xfrm>
          <a:prstGeom prst="roundRect">
            <a:avLst>
              <a:gd name="adj" fmla="val 3091"/>
            </a:avLst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ADF74F-ECCA-0462-2EC0-AD0AAE20C9D7}"/>
              </a:ext>
            </a:extLst>
          </p:cNvPr>
          <p:cNvSpPr txBox="1"/>
          <p:nvPr/>
        </p:nvSpPr>
        <p:spPr>
          <a:xfrm>
            <a:off x="7022592" y="4672584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IN" sz="16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DE06E92-A6DE-C196-8B49-D1DE9DA754CC}"/>
              </a:ext>
            </a:extLst>
          </p:cNvPr>
          <p:cNvGrpSpPr/>
          <p:nvPr/>
        </p:nvGrpSpPr>
        <p:grpSpPr>
          <a:xfrm>
            <a:off x="526162" y="4306300"/>
            <a:ext cx="1996832" cy="2118042"/>
            <a:chOff x="4930934" y="2415949"/>
            <a:chExt cx="2281398" cy="2287399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C39D053-8010-3B08-5130-D23819416D9B}"/>
                </a:ext>
              </a:extLst>
            </p:cNvPr>
            <p:cNvSpPr/>
            <p:nvPr/>
          </p:nvSpPr>
          <p:spPr>
            <a:xfrm>
              <a:off x="5625371" y="2893416"/>
              <a:ext cx="880751" cy="880752"/>
            </a:xfrm>
            <a:prstGeom prst="ellipse">
              <a:avLst/>
            </a:prstGeom>
            <a:solidFill>
              <a:srgbClr val="00B050"/>
            </a:solidFill>
            <a:ln w="19050" cap="flat" cmpd="sng" algn="ctr">
              <a:noFill/>
              <a:prstDash val="solid"/>
              <a:miter lim="800000"/>
            </a:ln>
            <a:effectLst>
              <a:outerShdw blurRad="202654" dist="38100" dir="5400000" algn="t" rotWithShape="0">
                <a:srgbClr val="0F9ED5"/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US" sz="900" kern="0">
                <a:solidFill>
                  <a:schemeClr val="bg2">
                    <a:lumMod val="40000"/>
                    <a:lumOff val="60000"/>
                  </a:schemeClr>
                </a:solidFill>
                <a:cs typeface="CiscoSansTT" panose="020B0503020201020303" pitchFamily="34" charset="0"/>
              </a:endParaRPr>
            </a:p>
          </p:txBody>
        </p:sp>
        <p:sp>
          <p:nvSpPr>
            <p:cNvPr id="9" name="Pie 84">
              <a:extLst>
                <a:ext uri="{FF2B5EF4-FFF2-40B4-BE49-F238E27FC236}">
                  <a16:creationId xmlns:a16="http://schemas.microsoft.com/office/drawing/2014/main" id="{2A519FBD-6DC3-8571-0CAE-8F2BA02EEDCF}"/>
                </a:ext>
              </a:extLst>
            </p:cNvPr>
            <p:cNvSpPr/>
            <p:nvPr/>
          </p:nvSpPr>
          <p:spPr>
            <a:xfrm>
              <a:off x="4930934" y="2433724"/>
              <a:ext cx="2269626" cy="2269624"/>
            </a:xfrm>
            <a:prstGeom prst="arc">
              <a:avLst>
                <a:gd name="adj1" fmla="val 10654653"/>
                <a:gd name="adj2" fmla="val 30827"/>
              </a:avLst>
            </a:prstGeom>
            <a:noFill/>
            <a:ln w="139700" cap="rnd" cmpd="sng" algn="ctr">
              <a:solidFill>
                <a:sysClr val="windowText" lastClr="000000">
                  <a:lumMod val="75000"/>
                  <a:lumOff val="25000"/>
                </a:sysClr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sz="900" kern="0">
                <a:solidFill>
                  <a:schemeClr val="bg2">
                    <a:lumMod val="40000"/>
                    <a:lumOff val="60000"/>
                  </a:schemeClr>
                </a:solidFill>
                <a:cs typeface="CiscoSansTT" panose="020B0503020201020303" pitchFamily="34" charset="0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19E8BDE-4151-806A-2A43-ABEC81A32F68}"/>
                </a:ext>
              </a:extLst>
            </p:cNvPr>
            <p:cNvGrpSpPr/>
            <p:nvPr/>
          </p:nvGrpSpPr>
          <p:grpSpPr>
            <a:xfrm>
              <a:off x="4942707" y="2415949"/>
              <a:ext cx="2269625" cy="2269624"/>
              <a:chOff x="4935313" y="2505516"/>
              <a:chExt cx="2269625" cy="2269624"/>
            </a:xfrm>
          </p:grpSpPr>
          <p:sp>
            <p:nvSpPr>
              <p:cNvPr id="12" name="Freeform 140">
                <a:extLst>
                  <a:ext uri="{FF2B5EF4-FFF2-40B4-BE49-F238E27FC236}">
                    <a16:creationId xmlns:a16="http://schemas.microsoft.com/office/drawing/2014/main" id="{3BC424B7-D6BC-1BD8-9434-DBA71BFFB7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6585" y="2629426"/>
                <a:ext cx="2037879" cy="994215"/>
              </a:xfrm>
              <a:custGeom>
                <a:avLst/>
                <a:gdLst>
                  <a:gd name="connsiteX0" fmla="*/ 7388225 w 7392987"/>
                  <a:gd name="connsiteY0" fmla="*/ 3457575 h 3606800"/>
                  <a:gd name="connsiteX1" fmla="*/ 7392987 w 7392987"/>
                  <a:gd name="connsiteY1" fmla="*/ 3568700 h 3606800"/>
                  <a:gd name="connsiteX2" fmla="*/ 6611939 w 7392987"/>
                  <a:gd name="connsiteY2" fmla="*/ 3606800 h 3606800"/>
                  <a:gd name="connsiteX3" fmla="*/ 6608763 w 7392987"/>
                  <a:gd name="connsiteY3" fmla="*/ 3500438 h 3606800"/>
                  <a:gd name="connsiteX4" fmla="*/ 4763 w 7392987"/>
                  <a:gd name="connsiteY4" fmla="*/ 3457575 h 3606800"/>
                  <a:gd name="connsiteX5" fmla="*/ 784225 w 7392987"/>
                  <a:gd name="connsiteY5" fmla="*/ 3500438 h 3606800"/>
                  <a:gd name="connsiteX6" fmla="*/ 779463 w 7392987"/>
                  <a:gd name="connsiteY6" fmla="*/ 3606800 h 3606800"/>
                  <a:gd name="connsiteX7" fmla="*/ 0 w 7392987"/>
                  <a:gd name="connsiteY7" fmla="*/ 3568700 h 3606800"/>
                  <a:gd name="connsiteX8" fmla="*/ 7370763 w 7392987"/>
                  <a:gd name="connsiteY8" fmla="*/ 3267075 h 3606800"/>
                  <a:gd name="connsiteX9" fmla="*/ 7383463 w 7392987"/>
                  <a:gd name="connsiteY9" fmla="*/ 3371850 h 3606800"/>
                  <a:gd name="connsiteX10" fmla="*/ 6604001 w 7392987"/>
                  <a:gd name="connsiteY10" fmla="*/ 3452813 h 3606800"/>
                  <a:gd name="connsiteX11" fmla="*/ 6596063 w 7392987"/>
                  <a:gd name="connsiteY11" fmla="*/ 3346450 h 3606800"/>
                  <a:gd name="connsiteX12" fmla="*/ 20638 w 7392987"/>
                  <a:gd name="connsiteY12" fmla="*/ 3267075 h 3606800"/>
                  <a:gd name="connsiteX13" fmla="*/ 796926 w 7392987"/>
                  <a:gd name="connsiteY13" fmla="*/ 3346450 h 3606800"/>
                  <a:gd name="connsiteX14" fmla="*/ 788989 w 7392987"/>
                  <a:gd name="connsiteY14" fmla="*/ 3452813 h 3606800"/>
                  <a:gd name="connsiteX15" fmla="*/ 7938 w 7392987"/>
                  <a:gd name="connsiteY15" fmla="*/ 3371850 h 3606800"/>
                  <a:gd name="connsiteX16" fmla="*/ 7342187 w 7392987"/>
                  <a:gd name="connsiteY16" fmla="*/ 3070225 h 3606800"/>
                  <a:gd name="connsiteX17" fmla="*/ 7358063 w 7392987"/>
                  <a:gd name="connsiteY17" fmla="*/ 3181350 h 3606800"/>
                  <a:gd name="connsiteX18" fmla="*/ 6586539 w 7392987"/>
                  <a:gd name="connsiteY18" fmla="*/ 3305175 h 3606800"/>
                  <a:gd name="connsiteX19" fmla="*/ 6570663 w 7392987"/>
                  <a:gd name="connsiteY19" fmla="*/ 3194050 h 3606800"/>
                  <a:gd name="connsiteX20" fmla="*/ 50801 w 7392987"/>
                  <a:gd name="connsiteY20" fmla="*/ 3070225 h 3606800"/>
                  <a:gd name="connsiteX21" fmla="*/ 822326 w 7392987"/>
                  <a:gd name="connsiteY21" fmla="*/ 3194050 h 3606800"/>
                  <a:gd name="connsiteX22" fmla="*/ 804863 w 7392987"/>
                  <a:gd name="connsiteY22" fmla="*/ 3305175 h 3606800"/>
                  <a:gd name="connsiteX23" fmla="*/ 33338 w 7392987"/>
                  <a:gd name="connsiteY23" fmla="*/ 3181350 h 3606800"/>
                  <a:gd name="connsiteX24" fmla="*/ 7304087 w 7392987"/>
                  <a:gd name="connsiteY24" fmla="*/ 2884487 h 3606800"/>
                  <a:gd name="connsiteX25" fmla="*/ 7329487 w 7392987"/>
                  <a:gd name="connsiteY25" fmla="*/ 2990850 h 3606800"/>
                  <a:gd name="connsiteX26" fmla="*/ 6561137 w 7392987"/>
                  <a:gd name="connsiteY26" fmla="*/ 3151187 h 3606800"/>
                  <a:gd name="connsiteX27" fmla="*/ 6540499 w 7392987"/>
                  <a:gd name="connsiteY27" fmla="*/ 3044824 h 3606800"/>
                  <a:gd name="connsiteX28" fmla="*/ 88900 w 7392987"/>
                  <a:gd name="connsiteY28" fmla="*/ 2884487 h 3606800"/>
                  <a:gd name="connsiteX29" fmla="*/ 852488 w 7392987"/>
                  <a:gd name="connsiteY29" fmla="*/ 3044824 h 3606800"/>
                  <a:gd name="connsiteX30" fmla="*/ 830263 w 7392987"/>
                  <a:gd name="connsiteY30" fmla="*/ 3151187 h 3606800"/>
                  <a:gd name="connsiteX31" fmla="*/ 63500 w 7392987"/>
                  <a:gd name="connsiteY31" fmla="*/ 2990850 h 3606800"/>
                  <a:gd name="connsiteX32" fmla="*/ 7256463 w 7392987"/>
                  <a:gd name="connsiteY32" fmla="*/ 2692400 h 3606800"/>
                  <a:gd name="connsiteX33" fmla="*/ 7286625 w 7392987"/>
                  <a:gd name="connsiteY33" fmla="*/ 2798762 h 3606800"/>
                  <a:gd name="connsiteX34" fmla="*/ 6527799 w 7392987"/>
                  <a:gd name="connsiteY34" fmla="*/ 3003550 h 3606800"/>
                  <a:gd name="connsiteX35" fmla="*/ 6502399 w 7392987"/>
                  <a:gd name="connsiteY35" fmla="*/ 2897188 h 3606800"/>
                  <a:gd name="connsiteX36" fmla="*/ 134938 w 7392987"/>
                  <a:gd name="connsiteY36" fmla="*/ 2692400 h 3606800"/>
                  <a:gd name="connsiteX37" fmla="*/ 890588 w 7392987"/>
                  <a:gd name="connsiteY37" fmla="*/ 2897188 h 3606800"/>
                  <a:gd name="connsiteX38" fmla="*/ 865188 w 7392987"/>
                  <a:gd name="connsiteY38" fmla="*/ 3003550 h 3606800"/>
                  <a:gd name="connsiteX39" fmla="*/ 106363 w 7392987"/>
                  <a:gd name="connsiteY39" fmla="*/ 2798762 h 3606800"/>
                  <a:gd name="connsiteX40" fmla="*/ 7197725 w 7392987"/>
                  <a:gd name="connsiteY40" fmla="*/ 2509837 h 3606800"/>
                  <a:gd name="connsiteX41" fmla="*/ 7231063 w 7392987"/>
                  <a:gd name="connsiteY41" fmla="*/ 2611437 h 3606800"/>
                  <a:gd name="connsiteX42" fmla="*/ 6489701 w 7392987"/>
                  <a:gd name="connsiteY42" fmla="*/ 2854325 h 3606800"/>
                  <a:gd name="connsiteX43" fmla="*/ 6454775 w 7392987"/>
                  <a:gd name="connsiteY43" fmla="*/ 2752725 h 3606800"/>
                  <a:gd name="connsiteX44" fmla="*/ 195263 w 7392987"/>
                  <a:gd name="connsiteY44" fmla="*/ 2509837 h 3606800"/>
                  <a:gd name="connsiteX45" fmla="*/ 936626 w 7392987"/>
                  <a:gd name="connsiteY45" fmla="*/ 2752725 h 3606800"/>
                  <a:gd name="connsiteX46" fmla="*/ 903289 w 7392987"/>
                  <a:gd name="connsiteY46" fmla="*/ 2854325 h 3606800"/>
                  <a:gd name="connsiteX47" fmla="*/ 160338 w 7392987"/>
                  <a:gd name="connsiteY47" fmla="*/ 2611437 h 3606800"/>
                  <a:gd name="connsiteX48" fmla="*/ 7129463 w 7392987"/>
                  <a:gd name="connsiteY48" fmla="*/ 2327275 h 3606800"/>
                  <a:gd name="connsiteX49" fmla="*/ 7172325 w 7392987"/>
                  <a:gd name="connsiteY49" fmla="*/ 2428875 h 3606800"/>
                  <a:gd name="connsiteX50" fmla="*/ 6438899 w 7392987"/>
                  <a:gd name="connsiteY50" fmla="*/ 2709863 h 3606800"/>
                  <a:gd name="connsiteX51" fmla="*/ 6400799 w 7392987"/>
                  <a:gd name="connsiteY51" fmla="*/ 2608263 h 3606800"/>
                  <a:gd name="connsiteX52" fmla="*/ 261938 w 7392987"/>
                  <a:gd name="connsiteY52" fmla="*/ 2327275 h 3606800"/>
                  <a:gd name="connsiteX53" fmla="*/ 992188 w 7392987"/>
                  <a:gd name="connsiteY53" fmla="*/ 2608263 h 3606800"/>
                  <a:gd name="connsiteX54" fmla="*/ 954088 w 7392987"/>
                  <a:gd name="connsiteY54" fmla="*/ 2709863 h 3606800"/>
                  <a:gd name="connsiteX55" fmla="*/ 220663 w 7392987"/>
                  <a:gd name="connsiteY55" fmla="*/ 2428875 h 3606800"/>
                  <a:gd name="connsiteX56" fmla="*/ 7053263 w 7392987"/>
                  <a:gd name="connsiteY56" fmla="*/ 2149475 h 3606800"/>
                  <a:gd name="connsiteX57" fmla="*/ 7099299 w 7392987"/>
                  <a:gd name="connsiteY57" fmla="*/ 2246312 h 3606800"/>
                  <a:gd name="connsiteX58" fmla="*/ 6383337 w 7392987"/>
                  <a:gd name="connsiteY58" fmla="*/ 2565400 h 3606800"/>
                  <a:gd name="connsiteX59" fmla="*/ 6340475 w 7392987"/>
                  <a:gd name="connsiteY59" fmla="*/ 2468562 h 3606800"/>
                  <a:gd name="connsiteX60" fmla="*/ 338137 w 7392987"/>
                  <a:gd name="connsiteY60" fmla="*/ 2149475 h 3606800"/>
                  <a:gd name="connsiteX61" fmla="*/ 1050925 w 7392987"/>
                  <a:gd name="connsiteY61" fmla="*/ 2468562 h 3606800"/>
                  <a:gd name="connsiteX62" fmla="*/ 1008063 w 7392987"/>
                  <a:gd name="connsiteY62" fmla="*/ 2565400 h 3606800"/>
                  <a:gd name="connsiteX63" fmla="*/ 292100 w 7392987"/>
                  <a:gd name="connsiteY63" fmla="*/ 2246312 h 3606800"/>
                  <a:gd name="connsiteX64" fmla="*/ 6969125 w 7392987"/>
                  <a:gd name="connsiteY64" fmla="*/ 1974850 h 3606800"/>
                  <a:gd name="connsiteX65" fmla="*/ 7019925 w 7392987"/>
                  <a:gd name="connsiteY65" fmla="*/ 2073275 h 3606800"/>
                  <a:gd name="connsiteX66" fmla="*/ 6319837 w 7392987"/>
                  <a:gd name="connsiteY66" fmla="*/ 2425700 h 3606800"/>
                  <a:gd name="connsiteX67" fmla="*/ 6273799 w 7392987"/>
                  <a:gd name="connsiteY67" fmla="*/ 2332038 h 3606800"/>
                  <a:gd name="connsiteX68" fmla="*/ 423863 w 7392987"/>
                  <a:gd name="connsiteY68" fmla="*/ 1974850 h 3606800"/>
                  <a:gd name="connsiteX69" fmla="*/ 1119188 w 7392987"/>
                  <a:gd name="connsiteY69" fmla="*/ 2332038 h 3606800"/>
                  <a:gd name="connsiteX70" fmla="*/ 1071563 w 7392987"/>
                  <a:gd name="connsiteY70" fmla="*/ 2425700 h 3606800"/>
                  <a:gd name="connsiteX71" fmla="*/ 373063 w 7392987"/>
                  <a:gd name="connsiteY71" fmla="*/ 2073275 h 3606800"/>
                  <a:gd name="connsiteX72" fmla="*/ 6875463 w 7392987"/>
                  <a:gd name="connsiteY72" fmla="*/ 1804987 h 3606800"/>
                  <a:gd name="connsiteX73" fmla="*/ 6926263 w 7392987"/>
                  <a:gd name="connsiteY73" fmla="*/ 1898650 h 3606800"/>
                  <a:gd name="connsiteX74" fmla="*/ 6251575 w 7392987"/>
                  <a:gd name="connsiteY74" fmla="*/ 2289175 h 3606800"/>
                  <a:gd name="connsiteX75" fmla="*/ 6197599 w 7392987"/>
                  <a:gd name="connsiteY75" fmla="*/ 2195512 h 3606800"/>
                  <a:gd name="connsiteX76" fmla="*/ 517525 w 7392987"/>
                  <a:gd name="connsiteY76" fmla="*/ 1804987 h 3606800"/>
                  <a:gd name="connsiteX77" fmla="*/ 1195388 w 7392987"/>
                  <a:gd name="connsiteY77" fmla="*/ 2195512 h 3606800"/>
                  <a:gd name="connsiteX78" fmla="*/ 1139825 w 7392987"/>
                  <a:gd name="connsiteY78" fmla="*/ 2289175 h 3606800"/>
                  <a:gd name="connsiteX79" fmla="*/ 466725 w 7392987"/>
                  <a:gd name="connsiteY79" fmla="*/ 1898650 h 3606800"/>
                  <a:gd name="connsiteX80" fmla="*/ 6769101 w 7392987"/>
                  <a:gd name="connsiteY80" fmla="*/ 1639887 h 3606800"/>
                  <a:gd name="connsiteX81" fmla="*/ 6827839 w 7392987"/>
                  <a:gd name="connsiteY81" fmla="*/ 1733550 h 3606800"/>
                  <a:gd name="connsiteX82" fmla="*/ 6175375 w 7392987"/>
                  <a:gd name="connsiteY82" fmla="*/ 2157412 h 3606800"/>
                  <a:gd name="connsiteX83" fmla="*/ 6116639 w 7392987"/>
                  <a:gd name="connsiteY83" fmla="*/ 2068512 h 3606800"/>
                  <a:gd name="connsiteX84" fmla="*/ 622301 w 7392987"/>
                  <a:gd name="connsiteY84" fmla="*/ 1639887 h 3606800"/>
                  <a:gd name="connsiteX85" fmla="*/ 1276351 w 7392987"/>
                  <a:gd name="connsiteY85" fmla="*/ 2068512 h 3606800"/>
                  <a:gd name="connsiteX86" fmla="*/ 1216026 w 7392987"/>
                  <a:gd name="connsiteY86" fmla="*/ 2157412 h 3606800"/>
                  <a:gd name="connsiteX87" fmla="*/ 563563 w 7392987"/>
                  <a:gd name="connsiteY87" fmla="*/ 1733550 h 3606800"/>
                  <a:gd name="connsiteX88" fmla="*/ 6659563 w 7392987"/>
                  <a:gd name="connsiteY88" fmla="*/ 1482725 h 3606800"/>
                  <a:gd name="connsiteX89" fmla="*/ 6723063 w 7392987"/>
                  <a:gd name="connsiteY89" fmla="*/ 1571625 h 3606800"/>
                  <a:gd name="connsiteX90" fmla="*/ 6091238 w 7392987"/>
                  <a:gd name="connsiteY90" fmla="*/ 2030413 h 3606800"/>
                  <a:gd name="connsiteX91" fmla="*/ 6027738 w 7392987"/>
                  <a:gd name="connsiteY91" fmla="*/ 1944688 h 3606800"/>
                  <a:gd name="connsiteX92" fmla="*/ 733425 w 7392987"/>
                  <a:gd name="connsiteY92" fmla="*/ 1482725 h 3606800"/>
                  <a:gd name="connsiteX93" fmla="*/ 1365250 w 7392987"/>
                  <a:gd name="connsiteY93" fmla="*/ 1944688 h 3606800"/>
                  <a:gd name="connsiteX94" fmla="*/ 1301750 w 7392987"/>
                  <a:gd name="connsiteY94" fmla="*/ 2030413 h 3606800"/>
                  <a:gd name="connsiteX95" fmla="*/ 669925 w 7392987"/>
                  <a:gd name="connsiteY95" fmla="*/ 1571625 h 3606800"/>
                  <a:gd name="connsiteX96" fmla="*/ 6535739 w 7392987"/>
                  <a:gd name="connsiteY96" fmla="*/ 1328737 h 3606800"/>
                  <a:gd name="connsiteX97" fmla="*/ 6604001 w 7392987"/>
                  <a:gd name="connsiteY97" fmla="*/ 1414462 h 3606800"/>
                  <a:gd name="connsiteX98" fmla="*/ 5997576 w 7392987"/>
                  <a:gd name="connsiteY98" fmla="*/ 1906587 h 3606800"/>
                  <a:gd name="connsiteX99" fmla="*/ 5929313 w 7392987"/>
                  <a:gd name="connsiteY99" fmla="*/ 1822450 h 3606800"/>
                  <a:gd name="connsiteX100" fmla="*/ 855663 w 7392987"/>
                  <a:gd name="connsiteY100" fmla="*/ 1328737 h 3606800"/>
                  <a:gd name="connsiteX101" fmla="*/ 1462088 w 7392987"/>
                  <a:gd name="connsiteY101" fmla="*/ 1822450 h 3606800"/>
                  <a:gd name="connsiteX102" fmla="*/ 1393825 w 7392987"/>
                  <a:gd name="connsiteY102" fmla="*/ 1906587 h 3606800"/>
                  <a:gd name="connsiteX103" fmla="*/ 788988 w 7392987"/>
                  <a:gd name="connsiteY103" fmla="*/ 1414462 h 3606800"/>
                  <a:gd name="connsiteX104" fmla="*/ 6408739 w 7392987"/>
                  <a:gd name="connsiteY104" fmla="*/ 1184275 h 3606800"/>
                  <a:gd name="connsiteX105" fmla="*/ 6481763 w 7392987"/>
                  <a:gd name="connsiteY105" fmla="*/ 1265238 h 3606800"/>
                  <a:gd name="connsiteX106" fmla="*/ 5900738 w 7392987"/>
                  <a:gd name="connsiteY106" fmla="*/ 1787525 h 3606800"/>
                  <a:gd name="connsiteX107" fmla="*/ 5827713 w 7392987"/>
                  <a:gd name="connsiteY107" fmla="*/ 1706562 h 3606800"/>
                  <a:gd name="connsiteX108" fmla="*/ 982663 w 7392987"/>
                  <a:gd name="connsiteY108" fmla="*/ 1184275 h 3606800"/>
                  <a:gd name="connsiteX109" fmla="*/ 1563688 w 7392987"/>
                  <a:gd name="connsiteY109" fmla="*/ 1706562 h 3606800"/>
                  <a:gd name="connsiteX110" fmla="*/ 1492250 w 7392987"/>
                  <a:gd name="connsiteY110" fmla="*/ 1787525 h 3606800"/>
                  <a:gd name="connsiteX111" fmla="*/ 911225 w 7392987"/>
                  <a:gd name="connsiteY111" fmla="*/ 1265238 h 3606800"/>
                  <a:gd name="connsiteX112" fmla="*/ 6273801 w 7392987"/>
                  <a:gd name="connsiteY112" fmla="*/ 1044575 h 3606800"/>
                  <a:gd name="connsiteX113" fmla="*/ 6350001 w 7392987"/>
                  <a:gd name="connsiteY113" fmla="*/ 1120775 h 3606800"/>
                  <a:gd name="connsiteX114" fmla="*/ 5799138 w 7392987"/>
                  <a:gd name="connsiteY114" fmla="*/ 1677988 h 3606800"/>
                  <a:gd name="connsiteX115" fmla="*/ 5722938 w 7392987"/>
                  <a:gd name="connsiteY115" fmla="*/ 1601788 h 3606800"/>
                  <a:gd name="connsiteX116" fmla="*/ 1119188 w 7392987"/>
                  <a:gd name="connsiteY116" fmla="*/ 1044575 h 3606800"/>
                  <a:gd name="connsiteX117" fmla="*/ 1670051 w 7392987"/>
                  <a:gd name="connsiteY117" fmla="*/ 1601788 h 3606800"/>
                  <a:gd name="connsiteX118" fmla="*/ 1593851 w 7392987"/>
                  <a:gd name="connsiteY118" fmla="*/ 1677988 h 3606800"/>
                  <a:gd name="connsiteX119" fmla="*/ 1042988 w 7392987"/>
                  <a:gd name="connsiteY119" fmla="*/ 1120775 h 3606800"/>
                  <a:gd name="connsiteX120" fmla="*/ 6134099 w 7392987"/>
                  <a:gd name="connsiteY120" fmla="*/ 912812 h 3606800"/>
                  <a:gd name="connsiteX121" fmla="*/ 6213475 w 7392987"/>
                  <a:gd name="connsiteY121" fmla="*/ 985837 h 3606800"/>
                  <a:gd name="connsiteX122" fmla="*/ 5688013 w 7392987"/>
                  <a:gd name="connsiteY122" fmla="*/ 1566862 h 3606800"/>
                  <a:gd name="connsiteX123" fmla="*/ 5607050 w 7392987"/>
                  <a:gd name="connsiteY123" fmla="*/ 1495424 h 3606800"/>
                  <a:gd name="connsiteX124" fmla="*/ 1258887 w 7392987"/>
                  <a:gd name="connsiteY124" fmla="*/ 912812 h 3606800"/>
                  <a:gd name="connsiteX125" fmla="*/ 1784350 w 7392987"/>
                  <a:gd name="connsiteY125" fmla="*/ 1495424 h 3606800"/>
                  <a:gd name="connsiteX126" fmla="*/ 1703387 w 7392987"/>
                  <a:gd name="connsiteY126" fmla="*/ 1566862 h 3606800"/>
                  <a:gd name="connsiteX127" fmla="*/ 1177925 w 7392987"/>
                  <a:gd name="connsiteY127" fmla="*/ 985837 h 3606800"/>
                  <a:gd name="connsiteX128" fmla="*/ 5980113 w 7392987"/>
                  <a:gd name="connsiteY128" fmla="*/ 788987 h 3606800"/>
                  <a:gd name="connsiteX129" fmla="*/ 6065838 w 7392987"/>
                  <a:gd name="connsiteY129" fmla="*/ 857250 h 3606800"/>
                  <a:gd name="connsiteX130" fmla="*/ 5573713 w 7392987"/>
                  <a:gd name="connsiteY130" fmla="*/ 1470025 h 3606800"/>
                  <a:gd name="connsiteX131" fmla="*/ 5489575 w 7392987"/>
                  <a:gd name="connsiteY131" fmla="*/ 1397000 h 3606800"/>
                  <a:gd name="connsiteX132" fmla="*/ 1411288 w 7392987"/>
                  <a:gd name="connsiteY132" fmla="*/ 788987 h 3606800"/>
                  <a:gd name="connsiteX133" fmla="*/ 1903413 w 7392987"/>
                  <a:gd name="connsiteY133" fmla="*/ 1397000 h 3606800"/>
                  <a:gd name="connsiteX134" fmla="*/ 1817688 w 7392987"/>
                  <a:gd name="connsiteY134" fmla="*/ 1470025 h 3606800"/>
                  <a:gd name="connsiteX135" fmla="*/ 1327150 w 7392987"/>
                  <a:gd name="connsiteY135" fmla="*/ 857250 h 3606800"/>
                  <a:gd name="connsiteX136" fmla="*/ 5827713 w 7392987"/>
                  <a:gd name="connsiteY136" fmla="*/ 674687 h 3606800"/>
                  <a:gd name="connsiteX137" fmla="*/ 5913438 w 7392987"/>
                  <a:gd name="connsiteY137" fmla="*/ 738187 h 3606800"/>
                  <a:gd name="connsiteX138" fmla="*/ 5454650 w 7392987"/>
                  <a:gd name="connsiteY138" fmla="*/ 1371600 h 3606800"/>
                  <a:gd name="connsiteX139" fmla="*/ 5365750 w 7392987"/>
                  <a:gd name="connsiteY139" fmla="*/ 1308100 h 3606800"/>
                  <a:gd name="connsiteX140" fmla="*/ 1563687 w 7392987"/>
                  <a:gd name="connsiteY140" fmla="*/ 674687 h 3606800"/>
                  <a:gd name="connsiteX141" fmla="*/ 2025650 w 7392987"/>
                  <a:gd name="connsiteY141" fmla="*/ 1308100 h 3606800"/>
                  <a:gd name="connsiteX142" fmla="*/ 1936750 w 7392987"/>
                  <a:gd name="connsiteY142" fmla="*/ 1371600 h 3606800"/>
                  <a:gd name="connsiteX143" fmla="*/ 1479550 w 7392987"/>
                  <a:gd name="connsiteY143" fmla="*/ 738187 h 3606800"/>
                  <a:gd name="connsiteX144" fmla="*/ 5667375 w 7392987"/>
                  <a:gd name="connsiteY144" fmla="*/ 568325 h 3606800"/>
                  <a:gd name="connsiteX145" fmla="*/ 5756275 w 7392987"/>
                  <a:gd name="connsiteY145" fmla="*/ 623888 h 3606800"/>
                  <a:gd name="connsiteX146" fmla="*/ 5332413 w 7392987"/>
                  <a:gd name="connsiteY146" fmla="*/ 1282700 h 3606800"/>
                  <a:gd name="connsiteX147" fmla="*/ 5238750 w 7392987"/>
                  <a:gd name="connsiteY147" fmla="*/ 1222375 h 3606800"/>
                  <a:gd name="connsiteX148" fmla="*/ 1725613 w 7392987"/>
                  <a:gd name="connsiteY148" fmla="*/ 568325 h 3606800"/>
                  <a:gd name="connsiteX149" fmla="*/ 2152651 w 7392987"/>
                  <a:gd name="connsiteY149" fmla="*/ 1222375 h 3606800"/>
                  <a:gd name="connsiteX150" fmla="*/ 2060576 w 7392987"/>
                  <a:gd name="connsiteY150" fmla="*/ 1282700 h 3606800"/>
                  <a:gd name="connsiteX151" fmla="*/ 1636713 w 7392987"/>
                  <a:gd name="connsiteY151" fmla="*/ 623888 h 3606800"/>
                  <a:gd name="connsiteX152" fmla="*/ 5497513 w 7392987"/>
                  <a:gd name="connsiteY152" fmla="*/ 466725 h 3606800"/>
                  <a:gd name="connsiteX153" fmla="*/ 5594351 w 7392987"/>
                  <a:gd name="connsiteY153" fmla="*/ 522288 h 3606800"/>
                  <a:gd name="connsiteX154" fmla="*/ 5200651 w 7392987"/>
                  <a:gd name="connsiteY154" fmla="*/ 1201738 h 3606800"/>
                  <a:gd name="connsiteX155" fmla="*/ 5106988 w 7392987"/>
                  <a:gd name="connsiteY155" fmla="*/ 1146175 h 3606800"/>
                  <a:gd name="connsiteX156" fmla="*/ 1893888 w 7392987"/>
                  <a:gd name="connsiteY156" fmla="*/ 466725 h 3606800"/>
                  <a:gd name="connsiteX157" fmla="*/ 2284413 w 7392987"/>
                  <a:gd name="connsiteY157" fmla="*/ 1146175 h 3606800"/>
                  <a:gd name="connsiteX158" fmla="*/ 2190750 w 7392987"/>
                  <a:gd name="connsiteY158" fmla="*/ 1201738 h 3606800"/>
                  <a:gd name="connsiteX159" fmla="*/ 1797050 w 7392987"/>
                  <a:gd name="connsiteY159" fmla="*/ 522288 h 3606800"/>
                  <a:gd name="connsiteX160" fmla="*/ 5327650 w 7392987"/>
                  <a:gd name="connsiteY160" fmla="*/ 377825 h 3606800"/>
                  <a:gd name="connsiteX161" fmla="*/ 5426075 w 7392987"/>
                  <a:gd name="connsiteY161" fmla="*/ 428625 h 3606800"/>
                  <a:gd name="connsiteX162" fmla="*/ 5068887 w 7392987"/>
                  <a:gd name="connsiteY162" fmla="*/ 1125538 h 3606800"/>
                  <a:gd name="connsiteX163" fmla="*/ 4972050 w 7392987"/>
                  <a:gd name="connsiteY163" fmla="*/ 1074738 h 3606800"/>
                  <a:gd name="connsiteX164" fmla="*/ 2063751 w 7392987"/>
                  <a:gd name="connsiteY164" fmla="*/ 377825 h 3606800"/>
                  <a:gd name="connsiteX165" fmla="*/ 2420938 w 7392987"/>
                  <a:gd name="connsiteY165" fmla="*/ 1074738 h 3606800"/>
                  <a:gd name="connsiteX166" fmla="*/ 2322513 w 7392987"/>
                  <a:gd name="connsiteY166" fmla="*/ 1125538 h 3606800"/>
                  <a:gd name="connsiteX167" fmla="*/ 1966913 w 7392987"/>
                  <a:gd name="connsiteY167" fmla="*/ 428625 h 3606800"/>
                  <a:gd name="connsiteX168" fmla="*/ 5149850 w 7392987"/>
                  <a:gd name="connsiteY168" fmla="*/ 296862 h 3606800"/>
                  <a:gd name="connsiteX169" fmla="*/ 5251450 w 7392987"/>
                  <a:gd name="connsiteY169" fmla="*/ 339725 h 3606800"/>
                  <a:gd name="connsiteX170" fmla="*/ 4933950 w 7392987"/>
                  <a:gd name="connsiteY170" fmla="*/ 1057275 h 3606800"/>
                  <a:gd name="connsiteX171" fmla="*/ 4832350 w 7392987"/>
                  <a:gd name="connsiteY171" fmla="*/ 1011238 h 3606800"/>
                  <a:gd name="connsiteX172" fmla="*/ 2241550 w 7392987"/>
                  <a:gd name="connsiteY172" fmla="*/ 296862 h 3606800"/>
                  <a:gd name="connsiteX173" fmla="*/ 2560638 w 7392987"/>
                  <a:gd name="connsiteY173" fmla="*/ 1011238 h 3606800"/>
                  <a:gd name="connsiteX174" fmla="*/ 2459038 w 7392987"/>
                  <a:gd name="connsiteY174" fmla="*/ 1057275 h 3606800"/>
                  <a:gd name="connsiteX175" fmla="*/ 2139950 w 7392987"/>
                  <a:gd name="connsiteY175" fmla="*/ 339725 h 3606800"/>
                  <a:gd name="connsiteX176" fmla="*/ 4972050 w 7392987"/>
                  <a:gd name="connsiteY176" fmla="*/ 225425 h 3606800"/>
                  <a:gd name="connsiteX177" fmla="*/ 5073650 w 7392987"/>
                  <a:gd name="connsiteY177" fmla="*/ 263525 h 3606800"/>
                  <a:gd name="connsiteX178" fmla="*/ 4794250 w 7392987"/>
                  <a:gd name="connsiteY178" fmla="*/ 993775 h 3606800"/>
                  <a:gd name="connsiteX179" fmla="*/ 4692650 w 7392987"/>
                  <a:gd name="connsiteY179" fmla="*/ 955675 h 3606800"/>
                  <a:gd name="connsiteX180" fmla="*/ 2420938 w 7392987"/>
                  <a:gd name="connsiteY180" fmla="*/ 225425 h 3606800"/>
                  <a:gd name="connsiteX181" fmla="*/ 2700338 w 7392987"/>
                  <a:gd name="connsiteY181" fmla="*/ 955675 h 3606800"/>
                  <a:gd name="connsiteX182" fmla="*/ 2598738 w 7392987"/>
                  <a:gd name="connsiteY182" fmla="*/ 993775 h 3606800"/>
                  <a:gd name="connsiteX183" fmla="*/ 2317750 w 7392987"/>
                  <a:gd name="connsiteY183" fmla="*/ 263525 h 3606800"/>
                  <a:gd name="connsiteX184" fmla="*/ 4789488 w 7392987"/>
                  <a:gd name="connsiteY184" fmla="*/ 160337 h 3606800"/>
                  <a:gd name="connsiteX185" fmla="*/ 4891088 w 7392987"/>
                  <a:gd name="connsiteY185" fmla="*/ 195262 h 3606800"/>
                  <a:gd name="connsiteX186" fmla="*/ 4649788 w 7392987"/>
                  <a:gd name="connsiteY186" fmla="*/ 942975 h 3606800"/>
                  <a:gd name="connsiteX187" fmla="*/ 4548188 w 7392987"/>
                  <a:gd name="connsiteY187" fmla="*/ 908050 h 3606800"/>
                  <a:gd name="connsiteX188" fmla="*/ 2601913 w 7392987"/>
                  <a:gd name="connsiteY188" fmla="*/ 160337 h 3606800"/>
                  <a:gd name="connsiteX189" fmla="*/ 2844801 w 7392987"/>
                  <a:gd name="connsiteY189" fmla="*/ 908050 h 3606800"/>
                  <a:gd name="connsiteX190" fmla="*/ 2741613 w 7392987"/>
                  <a:gd name="connsiteY190" fmla="*/ 942975 h 3606800"/>
                  <a:gd name="connsiteX191" fmla="*/ 2500313 w 7392987"/>
                  <a:gd name="connsiteY191" fmla="*/ 195262 h 3606800"/>
                  <a:gd name="connsiteX192" fmla="*/ 4603751 w 7392987"/>
                  <a:gd name="connsiteY192" fmla="*/ 109537 h 3606800"/>
                  <a:gd name="connsiteX193" fmla="*/ 4705351 w 7392987"/>
                  <a:gd name="connsiteY193" fmla="*/ 139700 h 3606800"/>
                  <a:gd name="connsiteX194" fmla="*/ 4505326 w 7392987"/>
                  <a:gd name="connsiteY194" fmla="*/ 895350 h 3606800"/>
                  <a:gd name="connsiteX195" fmla="*/ 4398963 w 7392987"/>
                  <a:gd name="connsiteY195" fmla="*/ 866775 h 3606800"/>
                  <a:gd name="connsiteX196" fmla="*/ 2789238 w 7392987"/>
                  <a:gd name="connsiteY196" fmla="*/ 109537 h 3606800"/>
                  <a:gd name="connsiteX197" fmla="*/ 2992438 w 7392987"/>
                  <a:gd name="connsiteY197" fmla="*/ 866775 h 3606800"/>
                  <a:gd name="connsiteX198" fmla="*/ 2886075 w 7392987"/>
                  <a:gd name="connsiteY198" fmla="*/ 895350 h 3606800"/>
                  <a:gd name="connsiteX199" fmla="*/ 2687638 w 7392987"/>
                  <a:gd name="connsiteY199" fmla="*/ 139700 h 3606800"/>
                  <a:gd name="connsiteX200" fmla="*/ 4411663 w 7392987"/>
                  <a:gd name="connsiteY200" fmla="*/ 68262 h 3606800"/>
                  <a:gd name="connsiteX201" fmla="*/ 4518025 w 7392987"/>
                  <a:gd name="connsiteY201" fmla="*/ 88900 h 3606800"/>
                  <a:gd name="connsiteX202" fmla="*/ 4357687 w 7392987"/>
                  <a:gd name="connsiteY202" fmla="*/ 857250 h 3606800"/>
                  <a:gd name="connsiteX203" fmla="*/ 4251325 w 7392987"/>
                  <a:gd name="connsiteY203" fmla="*/ 831850 h 3606800"/>
                  <a:gd name="connsiteX204" fmla="*/ 2979737 w 7392987"/>
                  <a:gd name="connsiteY204" fmla="*/ 68262 h 3606800"/>
                  <a:gd name="connsiteX205" fmla="*/ 3140075 w 7392987"/>
                  <a:gd name="connsiteY205" fmla="*/ 831850 h 3606800"/>
                  <a:gd name="connsiteX206" fmla="*/ 3035300 w 7392987"/>
                  <a:gd name="connsiteY206" fmla="*/ 857250 h 3606800"/>
                  <a:gd name="connsiteX207" fmla="*/ 2873375 w 7392987"/>
                  <a:gd name="connsiteY207" fmla="*/ 88900 h 3606800"/>
                  <a:gd name="connsiteX208" fmla="*/ 4221163 w 7392987"/>
                  <a:gd name="connsiteY208" fmla="*/ 33337 h 3606800"/>
                  <a:gd name="connsiteX209" fmla="*/ 4327525 w 7392987"/>
                  <a:gd name="connsiteY209" fmla="*/ 50800 h 3606800"/>
                  <a:gd name="connsiteX210" fmla="*/ 4205287 w 7392987"/>
                  <a:gd name="connsiteY210" fmla="*/ 823912 h 3606800"/>
                  <a:gd name="connsiteX211" fmla="*/ 4098925 w 7392987"/>
                  <a:gd name="connsiteY211" fmla="*/ 806450 h 3606800"/>
                  <a:gd name="connsiteX212" fmla="*/ 3170238 w 7392987"/>
                  <a:gd name="connsiteY212" fmla="*/ 33337 h 3606800"/>
                  <a:gd name="connsiteX213" fmla="*/ 3294063 w 7392987"/>
                  <a:gd name="connsiteY213" fmla="*/ 806450 h 3606800"/>
                  <a:gd name="connsiteX214" fmla="*/ 3187700 w 7392987"/>
                  <a:gd name="connsiteY214" fmla="*/ 823912 h 3606800"/>
                  <a:gd name="connsiteX215" fmla="*/ 3063875 w 7392987"/>
                  <a:gd name="connsiteY215" fmla="*/ 50800 h 3606800"/>
                  <a:gd name="connsiteX216" fmla="*/ 4030663 w 7392987"/>
                  <a:gd name="connsiteY216" fmla="*/ 12700 h 3606800"/>
                  <a:gd name="connsiteX217" fmla="*/ 4137025 w 7392987"/>
                  <a:gd name="connsiteY217" fmla="*/ 25400 h 3606800"/>
                  <a:gd name="connsiteX218" fmla="*/ 4056063 w 7392987"/>
                  <a:gd name="connsiteY218" fmla="*/ 803275 h 3606800"/>
                  <a:gd name="connsiteX219" fmla="*/ 3946525 w 7392987"/>
                  <a:gd name="connsiteY219" fmla="*/ 788988 h 3606800"/>
                  <a:gd name="connsiteX220" fmla="*/ 3360738 w 7392987"/>
                  <a:gd name="connsiteY220" fmla="*/ 12700 h 3606800"/>
                  <a:gd name="connsiteX221" fmla="*/ 3446463 w 7392987"/>
                  <a:gd name="connsiteY221" fmla="*/ 788988 h 3606800"/>
                  <a:gd name="connsiteX222" fmla="*/ 3335338 w 7392987"/>
                  <a:gd name="connsiteY222" fmla="*/ 803275 h 3606800"/>
                  <a:gd name="connsiteX223" fmla="*/ 3255963 w 7392987"/>
                  <a:gd name="connsiteY223" fmla="*/ 25400 h 3606800"/>
                  <a:gd name="connsiteX224" fmla="*/ 3835400 w 7392987"/>
                  <a:gd name="connsiteY224" fmla="*/ 0 h 3606800"/>
                  <a:gd name="connsiteX225" fmla="*/ 3941763 w 7392987"/>
                  <a:gd name="connsiteY225" fmla="*/ 7938 h 3606800"/>
                  <a:gd name="connsiteX226" fmla="*/ 3903663 w 7392987"/>
                  <a:gd name="connsiteY226" fmla="*/ 788988 h 3606800"/>
                  <a:gd name="connsiteX227" fmla="*/ 3794125 w 7392987"/>
                  <a:gd name="connsiteY227" fmla="*/ 781050 h 3606800"/>
                  <a:gd name="connsiteX228" fmla="*/ 3641725 w 7392987"/>
                  <a:gd name="connsiteY228" fmla="*/ 0 h 3606800"/>
                  <a:gd name="connsiteX229" fmla="*/ 3751263 w 7392987"/>
                  <a:gd name="connsiteY229" fmla="*/ 0 h 3606800"/>
                  <a:gd name="connsiteX230" fmla="*/ 3751263 w 7392987"/>
                  <a:gd name="connsiteY230" fmla="*/ 781050 h 3606800"/>
                  <a:gd name="connsiteX231" fmla="*/ 3641725 w 7392987"/>
                  <a:gd name="connsiteY231" fmla="*/ 781050 h 3606800"/>
                  <a:gd name="connsiteX232" fmla="*/ 3556001 w 7392987"/>
                  <a:gd name="connsiteY232" fmla="*/ 0 h 3606800"/>
                  <a:gd name="connsiteX233" fmla="*/ 3598863 w 7392987"/>
                  <a:gd name="connsiteY233" fmla="*/ 781050 h 3606800"/>
                  <a:gd name="connsiteX234" fmla="*/ 3487738 w 7392987"/>
                  <a:gd name="connsiteY234" fmla="*/ 788988 h 3606800"/>
                  <a:gd name="connsiteX235" fmla="*/ 3449638 w 7392987"/>
                  <a:gd name="connsiteY235" fmla="*/ 7938 h 360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</a:cxnLst>
                <a:rect l="l" t="t" r="r" b="b"/>
                <a:pathLst>
                  <a:path w="7392987" h="3606800">
                    <a:moveTo>
                      <a:pt x="7388225" y="3457575"/>
                    </a:moveTo>
                    <a:lnTo>
                      <a:pt x="7392987" y="3568700"/>
                    </a:lnTo>
                    <a:lnTo>
                      <a:pt x="6611939" y="3606800"/>
                    </a:lnTo>
                    <a:lnTo>
                      <a:pt x="6608763" y="3500438"/>
                    </a:lnTo>
                    <a:close/>
                    <a:moveTo>
                      <a:pt x="4763" y="3457575"/>
                    </a:moveTo>
                    <a:lnTo>
                      <a:pt x="784225" y="3500438"/>
                    </a:lnTo>
                    <a:lnTo>
                      <a:pt x="779463" y="3606800"/>
                    </a:lnTo>
                    <a:lnTo>
                      <a:pt x="0" y="3568700"/>
                    </a:lnTo>
                    <a:close/>
                    <a:moveTo>
                      <a:pt x="7370763" y="3267075"/>
                    </a:moveTo>
                    <a:lnTo>
                      <a:pt x="7383463" y="3371850"/>
                    </a:lnTo>
                    <a:lnTo>
                      <a:pt x="6604001" y="3452813"/>
                    </a:lnTo>
                    <a:lnTo>
                      <a:pt x="6596063" y="3346450"/>
                    </a:lnTo>
                    <a:close/>
                    <a:moveTo>
                      <a:pt x="20638" y="3267075"/>
                    </a:moveTo>
                    <a:lnTo>
                      <a:pt x="796926" y="3346450"/>
                    </a:lnTo>
                    <a:lnTo>
                      <a:pt x="788989" y="3452813"/>
                    </a:lnTo>
                    <a:lnTo>
                      <a:pt x="7938" y="3371850"/>
                    </a:lnTo>
                    <a:close/>
                    <a:moveTo>
                      <a:pt x="7342187" y="3070225"/>
                    </a:moveTo>
                    <a:lnTo>
                      <a:pt x="7358063" y="3181350"/>
                    </a:lnTo>
                    <a:lnTo>
                      <a:pt x="6586539" y="3305175"/>
                    </a:lnTo>
                    <a:lnTo>
                      <a:pt x="6570663" y="3194050"/>
                    </a:lnTo>
                    <a:close/>
                    <a:moveTo>
                      <a:pt x="50801" y="3070225"/>
                    </a:moveTo>
                    <a:lnTo>
                      <a:pt x="822326" y="3194050"/>
                    </a:lnTo>
                    <a:lnTo>
                      <a:pt x="804863" y="3305175"/>
                    </a:lnTo>
                    <a:lnTo>
                      <a:pt x="33338" y="3181350"/>
                    </a:lnTo>
                    <a:close/>
                    <a:moveTo>
                      <a:pt x="7304087" y="2884487"/>
                    </a:moveTo>
                    <a:lnTo>
                      <a:pt x="7329487" y="2990850"/>
                    </a:lnTo>
                    <a:lnTo>
                      <a:pt x="6561137" y="3151187"/>
                    </a:lnTo>
                    <a:lnTo>
                      <a:pt x="6540499" y="3044824"/>
                    </a:lnTo>
                    <a:close/>
                    <a:moveTo>
                      <a:pt x="88900" y="2884487"/>
                    </a:moveTo>
                    <a:lnTo>
                      <a:pt x="852488" y="3044824"/>
                    </a:lnTo>
                    <a:lnTo>
                      <a:pt x="830263" y="3151187"/>
                    </a:lnTo>
                    <a:lnTo>
                      <a:pt x="63500" y="2990850"/>
                    </a:lnTo>
                    <a:close/>
                    <a:moveTo>
                      <a:pt x="7256463" y="2692400"/>
                    </a:moveTo>
                    <a:lnTo>
                      <a:pt x="7286625" y="2798762"/>
                    </a:lnTo>
                    <a:lnTo>
                      <a:pt x="6527799" y="3003550"/>
                    </a:lnTo>
                    <a:lnTo>
                      <a:pt x="6502399" y="2897188"/>
                    </a:lnTo>
                    <a:close/>
                    <a:moveTo>
                      <a:pt x="134938" y="2692400"/>
                    </a:moveTo>
                    <a:lnTo>
                      <a:pt x="890588" y="2897188"/>
                    </a:lnTo>
                    <a:lnTo>
                      <a:pt x="865188" y="3003550"/>
                    </a:lnTo>
                    <a:lnTo>
                      <a:pt x="106363" y="2798762"/>
                    </a:lnTo>
                    <a:close/>
                    <a:moveTo>
                      <a:pt x="7197725" y="2509837"/>
                    </a:moveTo>
                    <a:lnTo>
                      <a:pt x="7231063" y="2611437"/>
                    </a:lnTo>
                    <a:lnTo>
                      <a:pt x="6489701" y="2854325"/>
                    </a:lnTo>
                    <a:lnTo>
                      <a:pt x="6454775" y="2752725"/>
                    </a:lnTo>
                    <a:close/>
                    <a:moveTo>
                      <a:pt x="195263" y="2509837"/>
                    </a:moveTo>
                    <a:lnTo>
                      <a:pt x="936626" y="2752725"/>
                    </a:lnTo>
                    <a:lnTo>
                      <a:pt x="903289" y="2854325"/>
                    </a:lnTo>
                    <a:lnTo>
                      <a:pt x="160338" y="2611437"/>
                    </a:lnTo>
                    <a:close/>
                    <a:moveTo>
                      <a:pt x="7129463" y="2327275"/>
                    </a:moveTo>
                    <a:lnTo>
                      <a:pt x="7172325" y="2428875"/>
                    </a:lnTo>
                    <a:lnTo>
                      <a:pt x="6438899" y="2709863"/>
                    </a:lnTo>
                    <a:lnTo>
                      <a:pt x="6400799" y="2608263"/>
                    </a:lnTo>
                    <a:close/>
                    <a:moveTo>
                      <a:pt x="261938" y="2327275"/>
                    </a:moveTo>
                    <a:lnTo>
                      <a:pt x="992188" y="2608263"/>
                    </a:lnTo>
                    <a:lnTo>
                      <a:pt x="954088" y="2709863"/>
                    </a:lnTo>
                    <a:lnTo>
                      <a:pt x="220663" y="2428875"/>
                    </a:lnTo>
                    <a:close/>
                    <a:moveTo>
                      <a:pt x="7053263" y="2149475"/>
                    </a:moveTo>
                    <a:lnTo>
                      <a:pt x="7099299" y="2246312"/>
                    </a:lnTo>
                    <a:lnTo>
                      <a:pt x="6383337" y="2565400"/>
                    </a:lnTo>
                    <a:lnTo>
                      <a:pt x="6340475" y="2468562"/>
                    </a:lnTo>
                    <a:close/>
                    <a:moveTo>
                      <a:pt x="338137" y="2149475"/>
                    </a:moveTo>
                    <a:lnTo>
                      <a:pt x="1050925" y="2468562"/>
                    </a:lnTo>
                    <a:lnTo>
                      <a:pt x="1008063" y="2565400"/>
                    </a:lnTo>
                    <a:lnTo>
                      <a:pt x="292100" y="2246312"/>
                    </a:lnTo>
                    <a:close/>
                    <a:moveTo>
                      <a:pt x="6969125" y="1974850"/>
                    </a:moveTo>
                    <a:lnTo>
                      <a:pt x="7019925" y="2073275"/>
                    </a:lnTo>
                    <a:lnTo>
                      <a:pt x="6319837" y="2425700"/>
                    </a:lnTo>
                    <a:lnTo>
                      <a:pt x="6273799" y="2332038"/>
                    </a:lnTo>
                    <a:close/>
                    <a:moveTo>
                      <a:pt x="423863" y="1974850"/>
                    </a:moveTo>
                    <a:lnTo>
                      <a:pt x="1119188" y="2332038"/>
                    </a:lnTo>
                    <a:lnTo>
                      <a:pt x="1071563" y="2425700"/>
                    </a:lnTo>
                    <a:lnTo>
                      <a:pt x="373063" y="2073275"/>
                    </a:lnTo>
                    <a:close/>
                    <a:moveTo>
                      <a:pt x="6875463" y="1804987"/>
                    </a:moveTo>
                    <a:lnTo>
                      <a:pt x="6926263" y="1898650"/>
                    </a:lnTo>
                    <a:lnTo>
                      <a:pt x="6251575" y="2289175"/>
                    </a:lnTo>
                    <a:lnTo>
                      <a:pt x="6197599" y="2195512"/>
                    </a:lnTo>
                    <a:close/>
                    <a:moveTo>
                      <a:pt x="517525" y="1804987"/>
                    </a:moveTo>
                    <a:lnTo>
                      <a:pt x="1195388" y="2195512"/>
                    </a:lnTo>
                    <a:lnTo>
                      <a:pt x="1139825" y="2289175"/>
                    </a:lnTo>
                    <a:lnTo>
                      <a:pt x="466725" y="1898650"/>
                    </a:lnTo>
                    <a:close/>
                    <a:moveTo>
                      <a:pt x="6769101" y="1639887"/>
                    </a:moveTo>
                    <a:lnTo>
                      <a:pt x="6827839" y="1733550"/>
                    </a:lnTo>
                    <a:lnTo>
                      <a:pt x="6175375" y="2157412"/>
                    </a:lnTo>
                    <a:lnTo>
                      <a:pt x="6116639" y="2068512"/>
                    </a:lnTo>
                    <a:close/>
                    <a:moveTo>
                      <a:pt x="622301" y="1639887"/>
                    </a:moveTo>
                    <a:lnTo>
                      <a:pt x="1276351" y="2068512"/>
                    </a:lnTo>
                    <a:lnTo>
                      <a:pt x="1216026" y="2157412"/>
                    </a:lnTo>
                    <a:lnTo>
                      <a:pt x="563563" y="1733550"/>
                    </a:lnTo>
                    <a:close/>
                    <a:moveTo>
                      <a:pt x="6659563" y="1482725"/>
                    </a:moveTo>
                    <a:lnTo>
                      <a:pt x="6723063" y="1571625"/>
                    </a:lnTo>
                    <a:lnTo>
                      <a:pt x="6091238" y="2030413"/>
                    </a:lnTo>
                    <a:lnTo>
                      <a:pt x="6027738" y="1944688"/>
                    </a:lnTo>
                    <a:close/>
                    <a:moveTo>
                      <a:pt x="733425" y="1482725"/>
                    </a:moveTo>
                    <a:lnTo>
                      <a:pt x="1365250" y="1944688"/>
                    </a:lnTo>
                    <a:lnTo>
                      <a:pt x="1301750" y="2030413"/>
                    </a:lnTo>
                    <a:lnTo>
                      <a:pt x="669925" y="1571625"/>
                    </a:lnTo>
                    <a:close/>
                    <a:moveTo>
                      <a:pt x="6535739" y="1328737"/>
                    </a:moveTo>
                    <a:lnTo>
                      <a:pt x="6604001" y="1414462"/>
                    </a:lnTo>
                    <a:lnTo>
                      <a:pt x="5997576" y="1906587"/>
                    </a:lnTo>
                    <a:lnTo>
                      <a:pt x="5929313" y="1822450"/>
                    </a:lnTo>
                    <a:close/>
                    <a:moveTo>
                      <a:pt x="855663" y="1328737"/>
                    </a:moveTo>
                    <a:lnTo>
                      <a:pt x="1462088" y="1822450"/>
                    </a:lnTo>
                    <a:lnTo>
                      <a:pt x="1393825" y="1906587"/>
                    </a:lnTo>
                    <a:lnTo>
                      <a:pt x="788988" y="1414462"/>
                    </a:lnTo>
                    <a:close/>
                    <a:moveTo>
                      <a:pt x="6408739" y="1184275"/>
                    </a:moveTo>
                    <a:lnTo>
                      <a:pt x="6481763" y="1265238"/>
                    </a:lnTo>
                    <a:lnTo>
                      <a:pt x="5900738" y="1787525"/>
                    </a:lnTo>
                    <a:lnTo>
                      <a:pt x="5827713" y="1706562"/>
                    </a:lnTo>
                    <a:close/>
                    <a:moveTo>
                      <a:pt x="982663" y="1184275"/>
                    </a:moveTo>
                    <a:lnTo>
                      <a:pt x="1563688" y="1706562"/>
                    </a:lnTo>
                    <a:lnTo>
                      <a:pt x="1492250" y="1787525"/>
                    </a:lnTo>
                    <a:lnTo>
                      <a:pt x="911225" y="1265238"/>
                    </a:lnTo>
                    <a:close/>
                    <a:moveTo>
                      <a:pt x="6273801" y="1044575"/>
                    </a:moveTo>
                    <a:lnTo>
                      <a:pt x="6350001" y="1120775"/>
                    </a:lnTo>
                    <a:lnTo>
                      <a:pt x="5799138" y="1677988"/>
                    </a:lnTo>
                    <a:lnTo>
                      <a:pt x="5722938" y="1601788"/>
                    </a:lnTo>
                    <a:close/>
                    <a:moveTo>
                      <a:pt x="1119188" y="1044575"/>
                    </a:moveTo>
                    <a:lnTo>
                      <a:pt x="1670051" y="1601788"/>
                    </a:lnTo>
                    <a:lnTo>
                      <a:pt x="1593851" y="1677988"/>
                    </a:lnTo>
                    <a:lnTo>
                      <a:pt x="1042988" y="1120775"/>
                    </a:lnTo>
                    <a:close/>
                    <a:moveTo>
                      <a:pt x="6134099" y="912812"/>
                    </a:moveTo>
                    <a:lnTo>
                      <a:pt x="6213475" y="985837"/>
                    </a:lnTo>
                    <a:lnTo>
                      <a:pt x="5688013" y="1566862"/>
                    </a:lnTo>
                    <a:lnTo>
                      <a:pt x="5607050" y="1495424"/>
                    </a:lnTo>
                    <a:close/>
                    <a:moveTo>
                      <a:pt x="1258887" y="912812"/>
                    </a:moveTo>
                    <a:lnTo>
                      <a:pt x="1784350" y="1495424"/>
                    </a:lnTo>
                    <a:lnTo>
                      <a:pt x="1703387" y="1566862"/>
                    </a:lnTo>
                    <a:lnTo>
                      <a:pt x="1177925" y="985837"/>
                    </a:lnTo>
                    <a:close/>
                    <a:moveTo>
                      <a:pt x="5980113" y="788987"/>
                    </a:moveTo>
                    <a:lnTo>
                      <a:pt x="6065838" y="857250"/>
                    </a:lnTo>
                    <a:lnTo>
                      <a:pt x="5573713" y="1470025"/>
                    </a:lnTo>
                    <a:lnTo>
                      <a:pt x="5489575" y="1397000"/>
                    </a:lnTo>
                    <a:close/>
                    <a:moveTo>
                      <a:pt x="1411288" y="788987"/>
                    </a:moveTo>
                    <a:lnTo>
                      <a:pt x="1903413" y="1397000"/>
                    </a:lnTo>
                    <a:lnTo>
                      <a:pt x="1817688" y="1470025"/>
                    </a:lnTo>
                    <a:lnTo>
                      <a:pt x="1327150" y="857250"/>
                    </a:lnTo>
                    <a:close/>
                    <a:moveTo>
                      <a:pt x="5827713" y="674687"/>
                    </a:moveTo>
                    <a:lnTo>
                      <a:pt x="5913438" y="738187"/>
                    </a:lnTo>
                    <a:lnTo>
                      <a:pt x="5454650" y="1371600"/>
                    </a:lnTo>
                    <a:lnTo>
                      <a:pt x="5365750" y="1308100"/>
                    </a:lnTo>
                    <a:close/>
                    <a:moveTo>
                      <a:pt x="1563687" y="674687"/>
                    </a:moveTo>
                    <a:lnTo>
                      <a:pt x="2025650" y="1308100"/>
                    </a:lnTo>
                    <a:lnTo>
                      <a:pt x="1936750" y="1371600"/>
                    </a:lnTo>
                    <a:lnTo>
                      <a:pt x="1479550" y="738187"/>
                    </a:lnTo>
                    <a:close/>
                    <a:moveTo>
                      <a:pt x="5667375" y="568325"/>
                    </a:moveTo>
                    <a:lnTo>
                      <a:pt x="5756275" y="623888"/>
                    </a:lnTo>
                    <a:lnTo>
                      <a:pt x="5332413" y="1282700"/>
                    </a:lnTo>
                    <a:lnTo>
                      <a:pt x="5238750" y="1222375"/>
                    </a:lnTo>
                    <a:close/>
                    <a:moveTo>
                      <a:pt x="1725613" y="568325"/>
                    </a:moveTo>
                    <a:lnTo>
                      <a:pt x="2152651" y="1222375"/>
                    </a:lnTo>
                    <a:lnTo>
                      <a:pt x="2060576" y="1282700"/>
                    </a:lnTo>
                    <a:lnTo>
                      <a:pt x="1636713" y="623888"/>
                    </a:lnTo>
                    <a:close/>
                    <a:moveTo>
                      <a:pt x="5497513" y="466725"/>
                    </a:moveTo>
                    <a:lnTo>
                      <a:pt x="5594351" y="522288"/>
                    </a:lnTo>
                    <a:lnTo>
                      <a:pt x="5200651" y="1201738"/>
                    </a:lnTo>
                    <a:lnTo>
                      <a:pt x="5106988" y="1146175"/>
                    </a:lnTo>
                    <a:close/>
                    <a:moveTo>
                      <a:pt x="1893888" y="466725"/>
                    </a:moveTo>
                    <a:lnTo>
                      <a:pt x="2284413" y="1146175"/>
                    </a:lnTo>
                    <a:lnTo>
                      <a:pt x="2190750" y="1201738"/>
                    </a:lnTo>
                    <a:lnTo>
                      <a:pt x="1797050" y="522288"/>
                    </a:lnTo>
                    <a:close/>
                    <a:moveTo>
                      <a:pt x="5327650" y="377825"/>
                    </a:moveTo>
                    <a:lnTo>
                      <a:pt x="5426075" y="428625"/>
                    </a:lnTo>
                    <a:lnTo>
                      <a:pt x="5068887" y="1125538"/>
                    </a:lnTo>
                    <a:lnTo>
                      <a:pt x="4972050" y="1074738"/>
                    </a:lnTo>
                    <a:close/>
                    <a:moveTo>
                      <a:pt x="2063751" y="377825"/>
                    </a:moveTo>
                    <a:lnTo>
                      <a:pt x="2420938" y="1074738"/>
                    </a:lnTo>
                    <a:lnTo>
                      <a:pt x="2322513" y="1125538"/>
                    </a:lnTo>
                    <a:lnTo>
                      <a:pt x="1966913" y="428625"/>
                    </a:lnTo>
                    <a:close/>
                    <a:moveTo>
                      <a:pt x="5149850" y="296862"/>
                    </a:moveTo>
                    <a:lnTo>
                      <a:pt x="5251450" y="339725"/>
                    </a:lnTo>
                    <a:lnTo>
                      <a:pt x="4933950" y="1057275"/>
                    </a:lnTo>
                    <a:lnTo>
                      <a:pt x="4832350" y="1011238"/>
                    </a:lnTo>
                    <a:close/>
                    <a:moveTo>
                      <a:pt x="2241550" y="296862"/>
                    </a:moveTo>
                    <a:lnTo>
                      <a:pt x="2560638" y="1011238"/>
                    </a:lnTo>
                    <a:lnTo>
                      <a:pt x="2459038" y="1057275"/>
                    </a:lnTo>
                    <a:lnTo>
                      <a:pt x="2139950" y="339725"/>
                    </a:lnTo>
                    <a:close/>
                    <a:moveTo>
                      <a:pt x="4972050" y="225425"/>
                    </a:moveTo>
                    <a:lnTo>
                      <a:pt x="5073650" y="263525"/>
                    </a:lnTo>
                    <a:lnTo>
                      <a:pt x="4794250" y="993775"/>
                    </a:lnTo>
                    <a:lnTo>
                      <a:pt x="4692650" y="955675"/>
                    </a:lnTo>
                    <a:close/>
                    <a:moveTo>
                      <a:pt x="2420938" y="225425"/>
                    </a:moveTo>
                    <a:lnTo>
                      <a:pt x="2700338" y="955675"/>
                    </a:lnTo>
                    <a:lnTo>
                      <a:pt x="2598738" y="993775"/>
                    </a:lnTo>
                    <a:lnTo>
                      <a:pt x="2317750" y="263525"/>
                    </a:lnTo>
                    <a:close/>
                    <a:moveTo>
                      <a:pt x="4789488" y="160337"/>
                    </a:moveTo>
                    <a:lnTo>
                      <a:pt x="4891088" y="195262"/>
                    </a:lnTo>
                    <a:lnTo>
                      <a:pt x="4649788" y="942975"/>
                    </a:lnTo>
                    <a:lnTo>
                      <a:pt x="4548188" y="908050"/>
                    </a:lnTo>
                    <a:close/>
                    <a:moveTo>
                      <a:pt x="2601913" y="160337"/>
                    </a:moveTo>
                    <a:lnTo>
                      <a:pt x="2844801" y="908050"/>
                    </a:lnTo>
                    <a:lnTo>
                      <a:pt x="2741613" y="942975"/>
                    </a:lnTo>
                    <a:lnTo>
                      <a:pt x="2500313" y="195262"/>
                    </a:lnTo>
                    <a:close/>
                    <a:moveTo>
                      <a:pt x="4603751" y="109537"/>
                    </a:moveTo>
                    <a:lnTo>
                      <a:pt x="4705351" y="139700"/>
                    </a:lnTo>
                    <a:lnTo>
                      <a:pt x="4505326" y="895350"/>
                    </a:lnTo>
                    <a:lnTo>
                      <a:pt x="4398963" y="866775"/>
                    </a:lnTo>
                    <a:close/>
                    <a:moveTo>
                      <a:pt x="2789238" y="109537"/>
                    </a:moveTo>
                    <a:lnTo>
                      <a:pt x="2992438" y="866775"/>
                    </a:lnTo>
                    <a:lnTo>
                      <a:pt x="2886075" y="895350"/>
                    </a:lnTo>
                    <a:lnTo>
                      <a:pt x="2687638" y="139700"/>
                    </a:lnTo>
                    <a:close/>
                    <a:moveTo>
                      <a:pt x="4411663" y="68262"/>
                    </a:moveTo>
                    <a:lnTo>
                      <a:pt x="4518025" y="88900"/>
                    </a:lnTo>
                    <a:lnTo>
                      <a:pt x="4357687" y="857250"/>
                    </a:lnTo>
                    <a:lnTo>
                      <a:pt x="4251325" y="831850"/>
                    </a:lnTo>
                    <a:close/>
                    <a:moveTo>
                      <a:pt x="2979737" y="68262"/>
                    </a:moveTo>
                    <a:lnTo>
                      <a:pt x="3140075" y="831850"/>
                    </a:lnTo>
                    <a:lnTo>
                      <a:pt x="3035300" y="857250"/>
                    </a:lnTo>
                    <a:lnTo>
                      <a:pt x="2873375" y="88900"/>
                    </a:lnTo>
                    <a:close/>
                    <a:moveTo>
                      <a:pt x="4221163" y="33337"/>
                    </a:moveTo>
                    <a:lnTo>
                      <a:pt x="4327525" y="50800"/>
                    </a:lnTo>
                    <a:lnTo>
                      <a:pt x="4205287" y="823912"/>
                    </a:lnTo>
                    <a:lnTo>
                      <a:pt x="4098925" y="806450"/>
                    </a:lnTo>
                    <a:close/>
                    <a:moveTo>
                      <a:pt x="3170238" y="33337"/>
                    </a:moveTo>
                    <a:lnTo>
                      <a:pt x="3294063" y="806450"/>
                    </a:lnTo>
                    <a:lnTo>
                      <a:pt x="3187700" y="823912"/>
                    </a:lnTo>
                    <a:lnTo>
                      <a:pt x="3063875" y="50800"/>
                    </a:lnTo>
                    <a:close/>
                    <a:moveTo>
                      <a:pt x="4030663" y="12700"/>
                    </a:moveTo>
                    <a:lnTo>
                      <a:pt x="4137025" y="25400"/>
                    </a:lnTo>
                    <a:lnTo>
                      <a:pt x="4056063" y="803275"/>
                    </a:lnTo>
                    <a:lnTo>
                      <a:pt x="3946525" y="788988"/>
                    </a:lnTo>
                    <a:close/>
                    <a:moveTo>
                      <a:pt x="3360738" y="12700"/>
                    </a:moveTo>
                    <a:lnTo>
                      <a:pt x="3446463" y="788988"/>
                    </a:lnTo>
                    <a:lnTo>
                      <a:pt x="3335338" y="803275"/>
                    </a:lnTo>
                    <a:lnTo>
                      <a:pt x="3255963" y="25400"/>
                    </a:lnTo>
                    <a:close/>
                    <a:moveTo>
                      <a:pt x="3835400" y="0"/>
                    </a:moveTo>
                    <a:lnTo>
                      <a:pt x="3941763" y="7938"/>
                    </a:lnTo>
                    <a:lnTo>
                      <a:pt x="3903663" y="788988"/>
                    </a:lnTo>
                    <a:lnTo>
                      <a:pt x="3794125" y="781050"/>
                    </a:lnTo>
                    <a:close/>
                    <a:moveTo>
                      <a:pt x="3641725" y="0"/>
                    </a:moveTo>
                    <a:lnTo>
                      <a:pt x="3751263" y="0"/>
                    </a:lnTo>
                    <a:lnTo>
                      <a:pt x="3751263" y="781050"/>
                    </a:lnTo>
                    <a:lnTo>
                      <a:pt x="3641725" y="781050"/>
                    </a:lnTo>
                    <a:close/>
                    <a:moveTo>
                      <a:pt x="3556001" y="0"/>
                    </a:moveTo>
                    <a:lnTo>
                      <a:pt x="3598863" y="781050"/>
                    </a:lnTo>
                    <a:lnTo>
                      <a:pt x="3487738" y="788988"/>
                    </a:lnTo>
                    <a:lnTo>
                      <a:pt x="3449638" y="7938"/>
                    </a:lnTo>
                    <a:close/>
                  </a:path>
                </a:pathLst>
              </a:custGeom>
              <a:solidFill>
                <a:sysClr val="windowText" lastClr="000000">
                  <a:lumMod val="75000"/>
                  <a:lumOff val="25000"/>
                </a:sysClr>
              </a:solidFill>
              <a:ln>
                <a:noFill/>
              </a:ln>
            </p:spPr>
            <p:txBody>
              <a:bodyPr vert="horz" wrap="square" lIns="45714" tIns="22857" rIns="45714" bIns="22857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defRPr/>
                </a:pPr>
                <a:endParaRPr lang="en-US" sz="900" kern="0">
                  <a:solidFill>
                    <a:schemeClr val="bg2">
                      <a:lumMod val="40000"/>
                      <a:lumOff val="60000"/>
                    </a:schemeClr>
                  </a:solidFill>
                  <a:cs typeface="CiscoSansTT" panose="020B0503020201020303" pitchFamily="34" charset="0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32C8C59-ADB8-8568-0D78-B7A64B908632}"/>
                  </a:ext>
                </a:extLst>
              </p:cNvPr>
              <p:cNvSpPr txBox="1"/>
              <p:nvPr/>
            </p:nvSpPr>
            <p:spPr>
              <a:xfrm>
                <a:off x="5622458" y="3290064"/>
                <a:ext cx="821337" cy="249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en-US" sz="900" b="1" kern="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rgbClr val="FF3399">
                          <a:alpha val="24000"/>
                        </a:srgbClr>
                      </a:glow>
                    </a:effectLst>
                    <a:cs typeface="CiscoSansTT" panose="020B0503020201020303" pitchFamily="34" charset="0"/>
                  </a:rPr>
                  <a:t>9 mins</a:t>
                </a:r>
              </a:p>
            </p:txBody>
          </p:sp>
          <p:sp>
            <p:nvSpPr>
              <p:cNvPr id="14" name="Pie 84">
                <a:extLst>
                  <a:ext uri="{FF2B5EF4-FFF2-40B4-BE49-F238E27FC236}">
                    <a16:creationId xmlns:a16="http://schemas.microsoft.com/office/drawing/2014/main" id="{94E6B940-1079-AF98-DBDB-9F5426D03063}"/>
                  </a:ext>
                </a:extLst>
              </p:cNvPr>
              <p:cNvSpPr/>
              <p:nvPr/>
            </p:nvSpPr>
            <p:spPr>
              <a:xfrm>
                <a:off x="4935313" y="2505516"/>
                <a:ext cx="2269625" cy="2269624"/>
              </a:xfrm>
              <a:prstGeom prst="arc">
                <a:avLst>
                  <a:gd name="adj1" fmla="val 10670525"/>
                  <a:gd name="adj2" fmla="val 10761167"/>
                </a:avLst>
              </a:prstGeom>
              <a:noFill/>
              <a:ln w="139700" cap="rnd" cmpd="sng" algn="ctr">
                <a:solidFill>
                  <a:srgbClr val="0F9ED5"/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US" sz="900" kern="0">
                  <a:solidFill>
                    <a:schemeClr val="bg2">
                      <a:lumMod val="40000"/>
                      <a:lumOff val="60000"/>
                    </a:schemeClr>
                  </a:solidFill>
                  <a:cs typeface="CiscoSansTT" panose="020B0503020201020303" pitchFamily="34" charset="0"/>
                </a:endParaRPr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33B8462-4470-2830-81DF-CF34648C838F}"/>
              </a:ext>
            </a:extLst>
          </p:cNvPr>
          <p:cNvGrpSpPr/>
          <p:nvPr/>
        </p:nvGrpSpPr>
        <p:grpSpPr>
          <a:xfrm>
            <a:off x="3195072" y="4303736"/>
            <a:ext cx="1986527" cy="2104338"/>
            <a:chOff x="4930935" y="2433724"/>
            <a:chExt cx="2269625" cy="2272599"/>
          </a:xfrm>
        </p:grpSpPr>
        <p:sp>
          <p:nvSpPr>
            <p:cNvPr id="16" name="Pie 84">
              <a:extLst>
                <a:ext uri="{FF2B5EF4-FFF2-40B4-BE49-F238E27FC236}">
                  <a16:creationId xmlns:a16="http://schemas.microsoft.com/office/drawing/2014/main" id="{D990EDFD-72D2-07C4-34B5-1AD42F4E66C1}"/>
                </a:ext>
              </a:extLst>
            </p:cNvPr>
            <p:cNvSpPr/>
            <p:nvPr/>
          </p:nvSpPr>
          <p:spPr>
            <a:xfrm>
              <a:off x="4930935" y="2433724"/>
              <a:ext cx="2269625" cy="2269624"/>
            </a:xfrm>
            <a:prstGeom prst="arc">
              <a:avLst>
                <a:gd name="adj1" fmla="val 10670525"/>
                <a:gd name="adj2" fmla="val 21572899"/>
              </a:avLst>
            </a:prstGeom>
            <a:noFill/>
            <a:ln w="139700" cap="rnd" cmpd="sng" algn="ctr">
              <a:solidFill>
                <a:sysClr val="windowText" lastClr="000000">
                  <a:lumMod val="75000"/>
                  <a:lumOff val="25000"/>
                </a:sysClr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sz="900" kern="0" dirty="0">
                <a:solidFill>
                  <a:schemeClr val="bg2">
                    <a:lumMod val="40000"/>
                    <a:lumOff val="60000"/>
                  </a:schemeClr>
                </a:solidFill>
                <a:cs typeface="CiscoSansTT" panose="020B0503020201020303" pitchFamily="34" charset="0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EB88190-2B63-8A0D-0EAC-E8BC5F8837E3}"/>
                </a:ext>
              </a:extLst>
            </p:cNvPr>
            <p:cNvGrpSpPr/>
            <p:nvPr/>
          </p:nvGrpSpPr>
          <p:grpSpPr>
            <a:xfrm>
              <a:off x="4930935" y="2436699"/>
              <a:ext cx="2269625" cy="2269624"/>
              <a:chOff x="4923541" y="2526266"/>
              <a:chExt cx="2269625" cy="2269624"/>
            </a:xfrm>
          </p:grpSpPr>
          <p:sp>
            <p:nvSpPr>
              <p:cNvPr id="18" name="Freeform 140">
                <a:extLst>
                  <a:ext uri="{FF2B5EF4-FFF2-40B4-BE49-F238E27FC236}">
                    <a16:creationId xmlns:a16="http://schemas.microsoft.com/office/drawing/2014/main" id="{40821587-364D-3C3E-7A70-42DC7CB12B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6585" y="2629426"/>
                <a:ext cx="2037879" cy="994215"/>
              </a:xfrm>
              <a:custGeom>
                <a:avLst/>
                <a:gdLst>
                  <a:gd name="connsiteX0" fmla="*/ 7388225 w 7392987"/>
                  <a:gd name="connsiteY0" fmla="*/ 3457575 h 3606800"/>
                  <a:gd name="connsiteX1" fmla="*/ 7392987 w 7392987"/>
                  <a:gd name="connsiteY1" fmla="*/ 3568700 h 3606800"/>
                  <a:gd name="connsiteX2" fmla="*/ 6611939 w 7392987"/>
                  <a:gd name="connsiteY2" fmla="*/ 3606800 h 3606800"/>
                  <a:gd name="connsiteX3" fmla="*/ 6608763 w 7392987"/>
                  <a:gd name="connsiteY3" fmla="*/ 3500438 h 3606800"/>
                  <a:gd name="connsiteX4" fmla="*/ 4763 w 7392987"/>
                  <a:gd name="connsiteY4" fmla="*/ 3457575 h 3606800"/>
                  <a:gd name="connsiteX5" fmla="*/ 784225 w 7392987"/>
                  <a:gd name="connsiteY5" fmla="*/ 3500438 h 3606800"/>
                  <a:gd name="connsiteX6" fmla="*/ 779463 w 7392987"/>
                  <a:gd name="connsiteY6" fmla="*/ 3606800 h 3606800"/>
                  <a:gd name="connsiteX7" fmla="*/ 0 w 7392987"/>
                  <a:gd name="connsiteY7" fmla="*/ 3568700 h 3606800"/>
                  <a:gd name="connsiteX8" fmla="*/ 7370763 w 7392987"/>
                  <a:gd name="connsiteY8" fmla="*/ 3267075 h 3606800"/>
                  <a:gd name="connsiteX9" fmla="*/ 7383463 w 7392987"/>
                  <a:gd name="connsiteY9" fmla="*/ 3371850 h 3606800"/>
                  <a:gd name="connsiteX10" fmla="*/ 6604001 w 7392987"/>
                  <a:gd name="connsiteY10" fmla="*/ 3452813 h 3606800"/>
                  <a:gd name="connsiteX11" fmla="*/ 6596063 w 7392987"/>
                  <a:gd name="connsiteY11" fmla="*/ 3346450 h 3606800"/>
                  <a:gd name="connsiteX12" fmla="*/ 20638 w 7392987"/>
                  <a:gd name="connsiteY12" fmla="*/ 3267075 h 3606800"/>
                  <a:gd name="connsiteX13" fmla="*/ 796926 w 7392987"/>
                  <a:gd name="connsiteY13" fmla="*/ 3346450 h 3606800"/>
                  <a:gd name="connsiteX14" fmla="*/ 788989 w 7392987"/>
                  <a:gd name="connsiteY14" fmla="*/ 3452813 h 3606800"/>
                  <a:gd name="connsiteX15" fmla="*/ 7938 w 7392987"/>
                  <a:gd name="connsiteY15" fmla="*/ 3371850 h 3606800"/>
                  <a:gd name="connsiteX16" fmla="*/ 7342187 w 7392987"/>
                  <a:gd name="connsiteY16" fmla="*/ 3070225 h 3606800"/>
                  <a:gd name="connsiteX17" fmla="*/ 7358063 w 7392987"/>
                  <a:gd name="connsiteY17" fmla="*/ 3181350 h 3606800"/>
                  <a:gd name="connsiteX18" fmla="*/ 6586539 w 7392987"/>
                  <a:gd name="connsiteY18" fmla="*/ 3305175 h 3606800"/>
                  <a:gd name="connsiteX19" fmla="*/ 6570663 w 7392987"/>
                  <a:gd name="connsiteY19" fmla="*/ 3194050 h 3606800"/>
                  <a:gd name="connsiteX20" fmla="*/ 50801 w 7392987"/>
                  <a:gd name="connsiteY20" fmla="*/ 3070225 h 3606800"/>
                  <a:gd name="connsiteX21" fmla="*/ 822326 w 7392987"/>
                  <a:gd name="connsiteY21" fmla="*/ 3194050 h 3606800"/>
                  <a:gd name="connsiteX22" fmla="*/ 804863 w 7392987"/>
                  <a:gd name="connsiteY22" fmla="*/ 3305175 h 3606800"/>
                  <a:gd name="connsiteX23" fmla="*/ 33338 w 7392987"/>
                  <a:gd name="connsiteY23" fmla="*/ 3181350 h 3606800"/>
                  <a:gd name="connsiteX24" fmla="*/ 7304087 w 7392987"/>
                  <a:gd name="connsiteY24" fmla="*/ 2884487 h 3606800"/>
                  <a:gd name="connsiteX25" fmla="*/ 7329487 w 7392987"/>
                  <a:gd name="connsiteY25" fmla="*/ 2990850 h 3606800"/>
                  <a:gd name="connsiteX26" fmla="*/ 6561137 w 7392987"/>
                  <a:gd name="connsiteY26" fmla="*/ 3151187 h 3606800"/>
                  <a:gd name="connsiteX27" fmla="*/ 6540499 w 7392987"/>
                  <a:gd name="connsiteY27" fmla="*/ 3044824 h 3606800"/>
                  <a:gd name="connsiteX28" fmla="*/ 88900 w 7392987"/>
                  <a:gd name="connsiteY28" fmla="*/ 2884487 h 3606800"/>
                  <a:gd name="connsiteX29" fmla="*/ 852488 w 7392987"/>
                  <a:gd name="connsiteY29" fmla="*/ 3044824 h 3606800"/>
                  <a:gd name="connsiteX30" fmla="*/ 830263 w 7392987"/>
                  <a:gd name="connsiteY30" fmla="*/ 3151187 h 3606800"/>
                  <a:gd name="connsiteX31" fmla="*/ 63500 w 7392987"/>
                  <a:gd name="connsiteY31" fmla="*/ 2990850 h 3606800"/>
                  <a:gd name="connsiteX32" fmla="*/ 7256463 w 7392987"/>
                  <a:gd name="connsiteY32" fmla="*/ 2692400 h 3606800"/>
                  <a:gd name="connsiteX33" fmla="*/ 7286625 w 7392987"/>
                  <a:gd name="connsiteY33" fmla="*/ 2798762 h 3606800"/>
                  <a:gd name="connsiteX34" fmla="*/ 6527799 w 7392987"/>
                  <a:gd name="connsiteY34" fmla="*/ 3003550 h 3606800"/>
                  <a:gd name="connsiteX35" fmla="*/ 6502399 w 7392987"/>
                  <a:gd name="connsiteY35" fmla="*/ 2897188 h 3606800"/>
                  <a:gd name="connsiteX36" fmla="*/ 134938 w 7392987"/>
                  <a:gd name="connsiteY36" fmla="*/ 2692400 h 3606800"/>
                  <a:gd name="connsiteX37" fmla="*/ 890588 w 7392987"/>
                  <a:gd name="connsiteY37" fmla="*/ 2897188 h 3606800"/>
                  <a:gd name="connsiteX38" fmla="*/ 865188 w 7392987"/>
                  <a:gd name="connsiteY38" fmla="*/ 3003550 h 3606800"/>
                  <a:gd name="connsiteX39" fmla="*/ 106363 w 7392987"/>
                  <a:gd name="connsiteY39" fmla="*/ 2798762 h 3606800"/>
                  <a:gd name="connsiteX40" fmla="*/ 7197725 w 7392987"/>
                  <a:gd name="connsiteY40" fmla="*/ 2509837 h 3606800"/>
                  <a:gd name="connsiteX41" fmla="*/ 7231063 w 7392987"/>
                  <a:gd name="connsiteY41" fmla="*/ 2611437 h 3606800"/>
                  <a:gd name="connsiteX42" fmla="*/ 6489701 w 7392987"/>
                  <a:gd name="connsiteY42" fmla="*/ 2854325 h 3606800"/>
                  <a:gd name="connsiteX43" fmla="*/ 6454775 w 7392987"/>
                  <a:gd name="connsiteY43" fmla="*/ 2752725 h 3606800"/>
                  <a:gd name="connsiteX44" fmla="*/ 195263 w 7392987"/>
                  <a:gd name="connsiteY44" fmla="*/ 2509837 h 3606800"/>
                  <a:gd name="connsiteX45" fmla="*/ 936626 w 7392987"/>
                  <a:gd name="connsiteY45" fmla="*/ 2752725 h 3606800"/>
                  <a:gd name="connsiteX46" fmla="*/ 903289 w 7392987"/>
                  <a:gd name="connsiteY46" fmla="*/ 2854325 h 3606800"/>
                  <a:gd name="connsiteX47" fmla="*/ 160338 w 7392987"/>
                  <a:gd name="connsiteY47" fmla="*/ 2611437 h 3606800"/>
                  <a:gd name="connsiteX48" fmla="*/ 7129463 w 7392987"/>
                  <a:gd name="connsiteY48" fmla="*/ 2327275 h 3606800"/>
                  <a:gd name="connsiteX49" fmla="*/ 7172325 w 7392987"/>
                  <a:gd name="connsiteY49" fmla="*/ 2428875 h 3606800"/>
                  <a:gd name="connsiteX50" fmla="*/ 6438899 w 7392987"/>
                  <a:gd name="connsiteY50" fmla="*/ 2709863 h 3606800"/>
                  <a:gd name="connsiteX51" fmla="*/ 6400799 w 7392987"/>
                  <a:gd name="connsiteY51" fmla="*/ 2608263 h 3606800"/>
                  <a:gd name="connsiteX52" fmla="*/ 261938 w 7392987"/>
                  <a:gd name="connsiteY52" fmla="*/ 2327275 h 3606800"/>
                  <a:gd name="connsiteX53" fmla="*/ 992188 w 7392987"/>
                  <a:gd name="connsiteY53" fmla="*/ 2608263 h 3606800"/>
                  <a:gd name="connsiteX54" fmla="*/ 954088 w 7392987"/>
                  <a:gd name="connsiteY54" fmla="*/ 2709863 h 3606800"/>
                  <a:gd name="connsiteX55" fmla="*/ 220663 w 7392987"/>
                  <a:gd name="connsiteY55" fmla="*/ 2428875 h 3606800"/>
                  <a:gd name="connsiteX56" fmla="*/ 7053263 w 7392987"/>
                  <a:gd name="connsiteY56" fmla="*/ 2149475 h 3606800"/>
                  <a:gd name="connsiteX57" fmla="*/ 7099299 w 7392987"/>
                  <a:gd name="connsiteY57" fmla="*/ 2246312 h 3606800"/>
                  <a:gd name="connsiteX58" fmla="*/ 6383337 w 7392987"/>
                  <a:gd name="connsiteY58" fmla="*/ 2565400 h 3606800"/>
                  <a:gd name="connsiteX59" fmla="*/ 6340475 w 7392987"/>
                  <a:gd name="connsiteY59" fmla="*/ 2468562 h 3606800"/>
                  <a:gd name="connsiteX60" fmla="*/ 338137 w 7392987"/>
                  <a:gd name="connsiteY60" fmla="*/ 2149475 h 3606800"/>
                  <a:gd name="connsiteX61" fmla="*/ 1050925 w 7392987"/>
                  <a:gd name="connsiteY61" fmla="*/ 2468562 h 3606800"/>
                  <a:gd name="connsiteX62" fmla="*/ 1008063 w 7392987"/>
                  <a:gd name="connsiteY62" fmla="*/ 2565400 h 3606800"/>
                  <a:gd name="connsiteX63" fmla="*/ 292100 w 7392987"/>
                  <a:gd name="connsiteY63" fmla="*/ 2246312 h 3606800"/>
                  <a:gd name="connsiteX64" fmla="*/ 6969125 w 7392987"/>
                  <a:gd name="connsiteY64" fmla="*/ 1974850 h 3606800"/>
                  <a:gd name="connsiteX65" fmla="*/ 7019925 w 7392987"/>
                  <a:gd name="connsiteY65" fmla="*/ 2073275 h 3606800"/>
                  <a:gd name="connsiteX66" fmla="*/ 6319837 w 7392987"/>
                  <a:gd name="connsiteY66" fmla="*/ 2425700 h 3606800"/>
                  <a:gd name="connsiteX67" fmla="*/ 6273799 w 7392987"/>
                  <a:gd name="connsiteY67" fmla="*/ 2332038 h 3606800"/>
                  <a:gd name="connsiteX68" fmla="*/ 423863 w 7392987"/>
                  <a:gd name="connsiteY68" fmla="*/ 1974850 h 3606800"/>
                  <a:gd name="connsiteX69" fmla="*/ 1119188 w 7392987"/>
                  <a:gd name="connsiteY69" fmla="*/ 2332038 h 3606800"/>
                  <a:gd name="connsiteX70" fmla="*/ 1071563 w 7392987"/>
                  <a:gd name="connsiteY70" fmla="*/ 2425700 h 3606800"/>
                  <a:gd name="connsiteX71" fmla="*/ 373063 w 7392987"/>
                  <a:gd name="connsiteY71" fmla="*/ 2073275 h 3606800"/>
                  <a:gd name="connsiteX72" fmla="*/ 6875463 w 7392987"/>
                  <a:gd name="connsiteY72" fmla="*/ 1804987 h 3606800"/>
                  <a:gd name="connsiteX73" fmla="*/ 6926263 w 7392987"/>
                  <a:gd name="connsiteY73" fmla="*/ 1898650 h 3606800"/>
                  <a:gd name="connsiteX74" fmla="*/ 6251575 w 7392987"/>
                  <a:gd name="connsiteY74" fmla="*/ 2289175 h 3606800"/>
                  <a:gd name="connsiteX75" fmla="*/ 6197599 w 7392987"/>
                  <a:gd name="connsiteY75" fmla="*/ 2195512 h 3606800"/>
                  <a:gd name="connsiteX76" fmla="*/ 517525 w 7392987"/>
                  <a:gd name="connsiteY76" fmla="*/ 1804987 h 3606800"/>
                  <a:gd name="connsiteX77" fmla="*/ 1195388 w 7392987"/>
                  <a:gd name="connsiteY77" fmla="*/ 2195512 h 3606800"/>
                  <a:gd name="connsiteX78" fmla="*/ 1139825 w 7392987"/>
                  <a:gd name="connsiteY78" fmla="*/ 2289175 h 3606800"/>
                  <a:gd name="connsiteX79" fmla="*/ 466725 w 7392987"/>
                  <a:gd name="connsiteY79" fmla="*/ 1898650 h 3606800"/>
                  <a:gd name="connsiteX80" fmla="*/ 6769101 w 7392987"/>
                  <a:gd name="connsiteY80" fmla="*/ 1639887 h 3606800"/>
                  <a:gd name="connsiteX81" fmla="*/ 6827839 w 7392987"/>
                  <a:gd name="connsiteY81" fmla="*/ 1733550 h 3606800"/>
                  <a:gd name="connsiteX82" fmla="*/ 6175375 w 7392987"/>
                  <a:gd name="connsiteY82" fmla="*/ 2157412 h 3606800"/>
                  <a:gd name="connsiteX83" fmla="*/ 6116639 w 7392987"/>
                  <a:gd name="connsiteY83" fmla="*/ 2068512 h 3606800"/>
                  <a:gd name="connsiteX84" fmla="*/ 622301 w 7392987"/>
                  <a:gd name="connsiteY84" fmla="*/ 1639887 h 3606800"/>
                  <a:gd name="connsiteX85" fmla="*/ 1276351 w 7392987"/>
                  <a:gd name="connsiteY85" fmla="*/ 2068512 h 3606800"/>
                  <a:gd name="connsiteX86" fmla="*/ 1216026 w 7392987"/>
                  <a:gd name="connsiteY86" fmla="*/ 2157412 h 3606800"/>
                  <a:gd name="connsiteX87" fmla="*/ 563563 w 7392987"/>
                  <a:gd name="connsiteY87" fmla="*/ 1733550 h 3606800"/>
                  <a:gd name="connsiteX88" fmla="*/ 6659563 w 7392987"/>
                  <a:gd name="connsiteY88" fmla="*/ 1482725 h 3606800"/>
                  <a:gd name="connsiteX89" fmla="*/ 6723063 w 7392987"/>
                  <a:gd name="connsiteY89" fmla="*/ 1571625 h 3606800"/>
                  <a:gd name="connsiteX90" fmla="*/ 6091238 w 7392987"/>
                  <a:gd name="connsiteY90" fmla="*/ 2030413 h 3606800"/>
                  <a:gd name="connsiteX91" fmla="*/ 6027738 w 7392987"/>
                  <a:gd name="connsiteY91" fmla="*/ 1944688 h 3606800"/>
                  <a:gd name="connsiteX92" fmla="*/ 733425 w 7392987"/>
                  <a:gd name="connsiteY92" fmla="*/ 1482725 h 3606800"/>
                  <a:gd name="connsiteX93" fmla="*/ 1365250 w 7392987"/>
                  <a:gd name="connsiteY93" fmla="*/ 1944688 h 3606800"/>
                  <a:gd name="connsiteX94" fmla="*/ 1301750 w 7392987"/>
                  <a:gd name="connsiteY94" fmla="*/ 2030413 h 3606800"/>
                  <a:gd name="connsiteX95" fmla="*/ 669925 w 7392987"/>
                  <a:gd name="connsiteY95" fmla="*/ 1571625 h 3606800"/>
                  <a:gd name="connsiteX96" fmla="*/ 6535739 w 7392987"/>
                  <a:gd name="connsiteY96" fmla="*/ 1328737 h 3606800"/>
                  <a:gd name="connsiteX97" fmla="*/ 6604001 w 7392987"/>
                  <a:gd name="connsiteY97" fmla="*/ 1414462 h 3606800"/>
                  <a:gd name="connsiteX98" fmla="*/ 5997576 w 7392987"/>
                  <a:gd name="connsiteY98" fmla="*/ 1906587 h 3606800"/>
                  <a:gd name="connsiteX99" fmla="*/ 5929313 w 7392987"/>
                  <a:gd name="connsiteY99" fmla="*/ 1822450 h 3606800"/>
                  <a:gd name="connsiteX100" fmla="*/ 855663 w 7392987"/>
                  <a:gd name="connsiteY100" fmla="*/ 1328737 h 3606800"/>
                  <a:gd name="connsiteX101" fmla="*/ 1462088 w 7392987"/>
                  <a:gd name="connsiteY101" fmla="*/ 1822450 h 3606800"/>
                  <a:gd name="connsiteX102" fmla="*/ 1393825 w 7392987"/>
                  <a:gd name="connsiteY102" fmla="*/ 1906587 h 3606800"/>
                  <a:gd name="connsiteX103" fmla="*/ 788988 w 7392987"/>
                  <a:gd name="connsiteY103" fmla="*/ 1414462 h 3606800"/>
                  <a:gd name="connsiteX104" fmla="*/ 6408739 w 7392987"/>
                  <a:gd name="connsiteY104" fmla="*/ 1184275 h 3606800"/>
                  <a:gd name="connsiteX105" fmla="*/ 6481763 w 7392987"/>
                  <a:gd name="connsiteY105" fmla="*/ 1265238 h 3606800"/>
                  <a:gd name="connsiteX106" fmla="*/ 5900738 w 7392987"/>
                  <a:gd name="connsiteY106" fmla="*/ 1787525 h 3606800"/>
                  <a:gd name="connsiteX107" fmla="*/ 5827713 w 7392987"/>
                  <a:gd name="connsiteY107" fmla="*/ 1706562 h 3606800"/>
                  <a:gd name="connsiteX108" fmla="*/ 982663 w 7392987"/>
                  <a:gd name="connsiteY108" fmla="*/ 1184275 h 3606800"/>
                  <a:gd name="connsiteX109" fmla="*/ 1563688 w 7392987"/>
                  <a:gd name="connsiteY109" fmla="*/ 1706562 h 3606800"/>
                  <a:gd name="connsiteX110" fmla="*/ 1492250 w 7392987"/>
                  <a:gd name="connsiteY110" fmla="*/ 1787525 h 3606800"/>
                  <a:gd name="connsiteX111" fmla="*/ 911225 w 7392987"/>
                  <a:gd name="connsiteY111" fmla="*/ 1265238 h 3606800"/>
                  <a:gd name="connsiteX112" fmla="*/ 6273801 w 7392987"/>
                  <a:gd name="connsiteY112" fmla="*/ 1044575 h 3606800"/>
                  <a:gd name="connsiteX113" fmla="*/ 6350001 w 7392987"/>
                  <a:gd name="connsiteY113" fmla="*/ 1120775 h 3606800"/>
                  <a:gd name="connsiteX114" fmla="*/ 5799138 w 7392987"/>
                  <a:gd name="connsiteY114" fmla="*/ 1677988 h 3606800"/>
                  <a:gd name="connsiteX115" fmla="*/ 5722938 w 7392987"/>
                  <a:gd name="connsiteY115" fmla="*/ 1601788 h 3606800"/>
                  <a:gd name="connsiteX116" fmla="*/ 1119188 w 7392987"/>
                  <a:gd name="connsiteY116" fmla="*/ 1044575 h 3606800"/>
                  <a:gd name="connsiteX117" fmla="*/ 1670051 w 7392987"/>
                  <a:gd name="connsiteY117" fmla="*/ 1601788 h 3606800"/>
                  <a:gd name="connsiteX118" fmla="*/ 1593851 w 7392987"/>
                  <a:gd name="connsiteY118" fmla="*/ 1677988 h 3606800"/>
                  <a:gd name="connsiteX119" fmla="*/ 1042988 w 7392987"/>
                  <a:gd name="connsiteY119" fmla="*/ 1120775 h 3606800"/>
                  <a:gd name="connsiteX120" fmla="*/ 6134099 w 7392987"/>
                  <a:gd name="connsiteY120" fmla="*/ 912812 h 3606800"/>
                  <a:gd name="connsiteX121" fmla="*/ 6213475 w 7392987"/>
                  <a:gd name="connsiteY121" fmla="*/ 985837 h 3606800"/>
                  <a:gd name="connsiteX122" fmla="*/ 5688013 w 7392987"/>
                  <a:gd name="connsiteY122" fmla="*/ 1566862 h 3606800"/>
                  <a:gd name="connsiteX123" fmla="*/ 5607050 w 7392987"/>
                  <a:gd name="connsiteY123" fmla="*/ 1495424 h 3606800"/>
                  <a:gd name="connsiteX124" fmla="*/ 1258887 w 7392987"/>
                  <a:gd name="connsiteY124" fmla="*/ 912812 h 3606800"/>
                  <a:gd name="connsiteX125" fmla="*/ 1784350 w 7392987"/>
                  <a:gd name="connsiteY125" fmla="*/ 1495424 h 3606800"/>
                  <a:gd name="connsiteX126" fmla="*/ 1703387 w 7392987"/>
                  <a:gd name="connsiteY126" fmla="*/ 1566862 h 3606800"/>
                  <a:gd name="connsiteX127" fmla="*/ 1177925 w 7392987"/>
                  <a:gd name="connsiteY127" fmla="*/ 985837 h 3606800"/>
                  <a:gd name="connsiteX128" fmla="*/ 5980113 w 7392987"/>
                  <a:gd name="connsiteY128" fmla="*/ 788987 h 3606800"/>
                  <a:gd name="connsiteX129" fmla="*/ 6065838 w 7392987"/>
                  <a:gd name="connsiteY129" fmla="*/ 857250 h 3606800"/>
                  <a:gd name="connsiteX130" fmla="*/ 5573713 w 7392987"/>
                  <a:gd name="connsiteY130" fmla="*/ 1470025 h 3606800"/>
                  <a:gd name="connsiteX131" fmla="*/ 5489575 w 7392987"/>
                  <a:gd name="connsiteY131" fmla="*/ 1397000 h 3606800"/>
                  <a:gd name="connsiteX132" fmla="*/ 1411288 w 7392987"/>
                  <a:gd name="connsiteY132" fmla="*/ 788987 h 3606800"/>
                  <a:gd name="connsiteX133" fmla="*/ 1903413 w 7392987"/>
                  <a:gd name="connsiteY133" fmla="*/ 1397000 h 3606800"/>
                  <a:gd name="connsiteX134" fmla="*/ 1817688 w 7392987"/>
                  <a:gd name="connsiteY134" fmla="*/ 1470025 h 3606800"/>
                  <a:gd name="connsiteX135" fmla="*/ 1327150 w 7392987"/>
                  <a:gd name="connsiteY135" fmla="*/ 857250 h 3606800"/>
                  <a:gd name="connsiteX136" fmla="*/ 5827713 w 7392987"/>
                  <a:gd name="connsiteY136" fmla="*/ 674687 h 3606800"/>
                  <a:gd name="connsiteX137" fmla="*/ 5913438 w 7392987"/>
                  <a:gd name="connsiteY137" fmla="*/ 738187 h 3606800"/>
                  <a:gd name="connsiteX138" fmla="*/ 5454650 w 7392987"/>
                  <a:gd name="connsiteY138" fmla="*/ 1371600 h 3606800"/>
                  <a:gd name="connsiteX139" fmla="*/ 5365750 w 7392987"/>
                  <a:gd name="connsiteY139" fmla="*/ 1308100 h 3606800"/>
                  <a:gd name="connsiteX140" fmla="*/ 1563687 w 7392987"/>
                  <a:gd name="connsiteY140" fmla="*/ 674687 h 3606800"/>
                  <a:gd name="connsiteX141" fmla="*/ 2025650 w 7392987"/>
                  <a:gd name="connsiteY141" fmla="*/ 1308100 h 3606800"/>
                  <a:gd name="connsiteX142" fmla="*/ 1936750 w 7392987"/>
                  <a:gd name="connsiteY142" fmla="*/ 1371600 h 3606800"/>
                  <a:gd name="connsiteX143" fmla="*/ 1479550 w 7392987"/>
                  <a:gd name="connsiteY143" fmla="*/ 738187 h 3606800"/>
                  <a:gd name="connsiteX144" fmla="*/ 5667375 w 7392987"/>
                  <a:gd name="connsiteY144" fmla="*/ 568325 h 3606800"/>
                  <a:gd name="connsiteX145" fmla="*/ 5756275 w 7392987"/>
                  <a:gd name="connsiteY145" fmla="*/ 623888 h 3606800"/>
                  <a:gd name="connsiteX146" fmla="*/ 5332413 w 7392987"/>
                  <a:gd name="connsiteY146" fmla="*/ 1282700 h 3606800"/>
                  <a:gd name="connsiteX147" fmla="*/ 5238750 w 7392987"/>
                  <a:gd name="connsiteY147" fmla="*/ 1222375 h 3606800"/>
                  <a:gd name="connsiteX148" fmla="*/ 1725613 w 7392987"/>
                  <a:gd name="connsiteY148" fmla="*/ 568325 h 3606800"/>
                  <a:gd name="connsiteX149" fmla="*/ 2152651 w 7392987"/>
                  <a:gd name="connsiteY149" fmla="*/ 1222375 h 3606800"/>
                  <a:gd name="connsiteX150" fmla="*/ 2060576 w 7392987"/>
                  <a:gd name="connsiteY150" fmla="*/ 1282700 h 3606800"/>
                  <a:gd name="connsiteX151" fmla="*/ 1636713 w 7392987"/>
                  <a:gd name="connsiteY151" fmla="*/ 623888 h 3606800"/>
                  <a:gd name="connsiteX152" fmla="*/ 5497513 w 7392987"/>
                  <a:gd name="connsiteY152" fmla="*/ 466725 h 3606800"/>
                  <a:gd name="connsiteX153" fmla="*/ 5594351 w 7392987"/>
                  <a:gd name="connsiteY153" fmla="*/ 522288 h 3606800"/>
                  <a:gd name="connsiteX154" fmla="*/ 5200651 w 7392987"/>
                  <a:gd name="connsiteY154" fmla="*/ 1201738 h 3606800"/>
                  <a:gd name="connsiteX155" fmla="*/ 5106988 w 7392987"/>
                  <a:gd name="connsiteY155" fmla="*/ 1146175 h 3606800"/>
                  <a:gd name="connsiteX156" fmla="*/ 1893888 w 7392987"/>
                  <a:gd name="connsiteY156" fmla="*/ 466725 h 3606800"/>
                  <a:gd name="connsiteX157" fmla="*/ 2284413 w 7392987"/>
                  <a:gd name="connsiteY157" fmla="*/ 1146175 h 3606800"/>
                  <a:gd name="connsiteX158" fmla="*/ 2190750 w 7392987"/>
                  <a:gd name="connsiteY158" fmla="*/ 1201738 h 3606800"/>
                  <a:gd name="connsiteX159" fmla="*/ 1797050 w 7392987"/>
                  <a:gd name="connsiteY159" fmla="*/ 522288 h 3606800"/>
                  <a:gd name="connsiteX160" fmla="*/ 5327650 w 7392987"/>
                  <a:gd name="connsiteY160" fmla="*/ 377825 h 3606800"/>
                  <a:gd name="connsiteX161" fmla="*/ 5426075 w 7392987"/>
                  <a:gd name="connsiteY161" fmla="*/ 428625 h 3606800"/>
                  <a:gd name="connsiteX162" fmla="*/ 5068887 w 7392987"/>
                  <a:gd name="connsiteY162" fmla="*/ 1125538 h 3606800"/>
                  <a:gd name="connsiteX163" fmla="*/ 4972050 w 7392987"/>
                  <a:gd name="connsiteY163" fmla="*/ 1074738 h 3606800"/>
                  <a:gd name="connsiteX164" fmla="*/ 2063751 w 7392987"/>
                  <a:gd name="connsiteY164" fmla="*/ 377825 h 3606800"/>
                  <a:gd name="connsiteX165" fmla="*/ 2420938 w 7392987"/>
                  <a:gd name="connsiteY165" fmla="*/ 1074738 h 3606800"/>
                  <a:gd name="connsiteX166" fmla="*/ 2322513 w 7392987"/>
                  <a:gd name="connsiteY166" fmla="*/ 1125538 h 3606800"/>
                  <a:gd name="connsiteX167" fmla="*/ 1966913 w 7392987"/>
                  <a:gd name="connsiteY167" fmla="*/ 428625 h 3606800"/>
                  <a:gd name="connsiteX168" fmla="*/ 5149850 w 7392987"/>
                  <a:gd name="connsiteY168" fmla="*/ 296862 h 3606800"/>
                  <a:gd name="connsiteX169" fmla="*/ 5251450 w 7392987"/>
                  <a:gd name="connsiteY169" fmla="*/ 339725 h 3606800"/>
                  <a:gd name="connsiteX170" fmla="*/ 4933950 w 7392987"/>
                  <a:gd name="connsiteY170" fmla="*/ 1057275 h 3606800"/>
                  <a:gd name="connsiteX171" fmla="*/ 4832350 w 7392987"/>
                  <a:gd name="connsiteY171" fmla="*/ 1011238 h 3606800"/>
                  <a:gd name="connsiteX172" fmla="*/ 2241550 w 7392987"/>
                  <a:gd name="connsiteY172" fmla="*/ 296862 h 3606800"/>
                  <a:gd name="connsiteX173" fmla="*/ 2560638 w 7392987"/>
                  <a:gd name="connsiteY173" fmla="*/ 1011238 h 3606800"/>
                  <a:gd name="connsiteX174" fmla="*/ 2459038 w 7392987"/>
                  <a:gd name="connsiteY174" fmla="*/ 1057275 h 3606800"/>
                  <a:gd name="connsiteX175" fmla="*/ 2139950 w 7392987"/>
                  <a:gd name="connsiteY175" fmla="*/ 339725 h 3606800"/>
                  <a:gd name="connsiteX176" fmla="*/ 4972050 w 7392987"/>
                  <a:gd name="connsiteY176" fmla="*/ 225425 h 3606800"/>
                  <a:gd name="connsiteX177" fmla="*/ 5073650 w 7392987"/>
                  <a:gd name="connsiteY177" fmla="*/ 263525 h 3606800"/>
                  <a:gd name="connsiteX178" fmla="*/ 4794250 w 7392987"/>
                  <a:gd name="connsiteY178" fmla="*/ 993775 h 3606800"/>
                  <a:gd name="connsiteX179" fmla="*/ 4692650 w 7392987"/>
                  <a:gd name="connsiteY179" fmla="*/ 955675 h 3606800"/>
                  <a:gd name="connsiteX180" fmla="*/ 2420938 w 7392987"/>
                  <a:gd name="connsiteY180" fmla="*/ 225425 h 3606800"/>
                  <a:gd name="connsiteX181" fmla="*/ 2700338 w 7392987"/>
                  <a:gd name="connsiteY181" fmla="*/ 955675 h 3606800"/>
                  <a:gd name="connsiteX182" fmla="*/ 2598738 w 7392987"/>
                  <a:gd name="connsiteY182" fmla="*/ 993775 h 3606800"/>
                  <a:gd name="connsiteX183" fmla="*/ 2317750 w 7392987"/>
                  <a:gd name="connsiteY183" fmla="*/ 263525 h 3606800"/>
                  <a:gd name="connsiteX184" fmla="*/ 4789488 w 7392987"/>
                  <a:gd name="connsiteY184" fmla="*/ 160337 h 3606800"/>
                  <a:gd name="connsiteX185" fmla="*/ 4891088 w 7392987"/>
                  <a:gd name="connsiteY185" fmla="*/ 195262 h 3606800"/>
                  <a:gd name="connsiteX186" fmla="*/ 4649788 w 7392987"/>
                  <a:gd name="connsiteY186" fmla="*/ 942975 h 3606800"/>
                  <a:gd name="connsiteX187" fmla="*/ 4548188 w 7392987"/>
                  <a:gd name="connsiteY187" fmla="*/ 908050 h 3606800"/>
                  <a:gd name="connsiteX188" fmla="*/ 2601913 w 7392987"/>
                  <a:gd name="connsiteY188" fmla="*/ 160337 h 3606800"/>
                  <a:gd name="connsiteX189" fmla="*/ 2844801 w 7392987"/>
                  <a:gd name="connsiteY189" fmla="*/ 908050 h 3606800"/>
                  <a:gd name="connsiteX190" fmla="*/ 2741613 w 7392987"/>
                  <a:gd name="connsiteY190" fmla="*/ 942975 h 3606800"/>
                  <a:gd name="connsiteX191" fmla="*/ 2500313 w 7392987"/>
                  <a:gd name="connsiteY191" fmla="*/ 195262 h 3606800"/>
                  <a:gd name="connsiteX192" fmla="*/ 4603751 w 7392987"/>
                  <a:gd name="connsiteY192" fmla="*/ 109537 h 3606800"/>
                  <a:gd name="connsiteX193" fmla="*/ 4705351 w 7392987"/>
                  <a:gd name="connsiteY193" fmla="*/ 139700 h 3606800"/>
                  <a:gd name="connsiteX194" fmla="*/ 4505326 w 7392987"/>
                  <a:gd name="connsiteY194" fmla="*/ 895350 h 3606800"/>
                  <a:gd name="connsiteX195" fmla="*/ 4398963 w 7392987"/>
                  <a:gd name="connsiteY195" fmla="*/ 866775 h 3606800"/>
                  <a:gd name="connsiteX196" fmla="*/ 2789238 w 7392987"/>
                  <a:gd name="connsiteY196" fmla="*/ 109537 h 3606800"/>
                  <a:gd name="connsiteX197" fmla="*/ 2992438 w 7392987"/>
                  <a:gd name="connsiteY197" fmla="*/ 866775 h 3606800"/>
                  <a:gd name="connsiteX198" fmla="*/ 2886075 w 7392987"/>
                  <a:gd name="connsiteY198" fmla="*/ 895350 h 3606800"/>
                  <a:gd name="connsiteX199" fmla="*/ 2687638 w 7392987"/>
                  <a:gd name="connsiteY199" fmla="*/ 139700 h 3606800"/>
                  <a:gd name="connsiteX200" fmla="*/ 4411663 w 7392987"/>
                  <a:gd name="connsiteY200" fmla="*/ 68262 h 3606800"/>
                  <a:gd name="connsiteX201" fmla="*/ 4518025 w 7392987"/>
                  <a:gd name="connsiteY201" fmla="*/ 88900 h 3606800"/>
                  <a:gd name="connsiteX202" fmla="*/ 4357687 w 7392987"/>
                  <a:gd name="connsiteY202" fmla="*/ 857250 h 3606800"/>
                  <a:gd name="connsiteX203" fmla="*/ 4251325 w 7392987"/>
                  <a:gd name="connsiteY203" fmla="*/ 831850 h 3606800"/>
                  <a:gd name="connsiteX204" fmla="*/ 2979737 w 7392987"/>
                  <a:gd name="connsiteY204" fmla="*/ 68262 h 3606800"/>
                  <a:gd name="connsiteX205" fmla="*/ 3140075 w 7392987"/>
                  <a:gd name="connsiteY205" fmla="*/ 831850 h 3606800"/>
                  <a:gd name="connsiteX206" fmla="*/ 3035300 w 7392987"/>
                  <a:gd name="connsiteY206" fmla="*/ 857250 h 3606800"/>
                  <a:gd name="connsiteX207" fmla="*/ 2873375 w 7392987"/>
                  <a:gd name="connsiteY207" fmla="*/ 88900 h 3606800"/>
                  <a:gd name="connsiteX208" fmla="*/ 4221163 w 7392987"/>
                  <a:gd name="connsiteY208" fmla="*/ 33337 h 3606800"/>
                  <a:gd name="connsiteX209" fmla="*/ 4327525 w 7392987"/>
                  <a:gd name="connsiteY209" fmla="*/ 50800 h 3606800"/>
                  <a:gd name="connsiteX210" fmla="*/ 4205287 w 7392987"/>
                  <a:gd name="connsiteY210" fmla="*/ 823912 h 3606800"/>
                  <a:gd name="connsiteX211" fmla="*/ 4098925 w 7392987"/>
                  <a:gd name="connsiteY211" fmla="*/ 806450 h 3606800"/>
                  <a:gd name="connsiteX212" fmla="*/ 3170238 w 7392987"/>
                  <a:gd name="connsiteY212" fmla="*/ 33337 h 3606800"/>
                  <a:gd name="connsiteX213" fmla="*/ 3294063 w 7392987"/>
                  <a:gd name="connsiteY213" fmla="*/ 806450 h 3606800"/>
                  <a:gd name="connsiteX214" fmla="*/ 3187700 w 7392987"/>
                  <a:gd name="connsiteY214" fmla="*/ 823912 h 3606800"/>
                  <a:gd name="connsiteX215" fmla="*/ 3063875 w 7392987"/>
                  <a:gd name="connsiteY215" fmla="*/ 50800 h 3606800"/>
                  <a:gd name="connsiteX216" fmla="*/ 4030663 w 7392987"/>
                  <a:gd name="connsiteY216" fmla="*/ 12700 h 3606800"/>
                  <a:gd name="connsiteX217" fmla="*/ 4137025 w 7392987"/>
                  <a:gd name="connsiteY217" fmla="*/ 25400 h 3606800"/>
                  <a:gd name="connsiteX218" fmla="*/ 4056063 w 7392987"/>
                  <a:gd name="connsiteY218" fmla="*/ 803275 h 3606800"/>
                  <a:gd name="connsiteX219" fmla="*/ 3946525 w 7392987"/>
                  <a:gd name="connsiteY219" fmla="*/ 788988 h 3606800"/>
                  <a:gd name="connsiteX220" fmla="*/ 3360738 w 7392987"/>
                  <a:gd name="connsiteY220" fmla="*/ 12700 h 3606800"/>
                  <a:gd name="connsiteX221" fmla="*/ 3446463 w 7392987"/>
                  <a:gd name="connsiteY221" fmla="*/ 788988 h 3606800"/>
                  <a:gd name="connsiteX222" fmla="*/ 3335338 w 7392987"/>
                  <a:gd name="connsiteY222" fmla="*/ 803275 h 3606800"/>
                  <a:gd name="connsiteX223" fmla="*/ 3255963 w 7392987"/>
                  <a:gd name="connsiteY223" fmla="*/ 25400 h 3606800"/>
                  <a:gd name="connsiteX224" fmla="*/ 3835400 w 7392987"/>
                  <a:gd name="connsiteY224" fmla="*/ 0 h 3606800"/>
                  <a:gd name="connsiteX225" fmla="*/ 3941763 w 7392987"/>
                  <a:gd name="connsiteY225" fmla="*/ 7938 h 3606800"/>
                  <a:gd name="connsiteX226" fmla="*/ 3903663 w 7392987"/>
                  <a:gd name="connsiteY226" fmla="*/ 788988 h 3606800"/>
                  <a:gd name="connsiteX227" fmla="*/ 3794125 w 7392987"/>
                  <a:gd name="connsiteY227" fmla="*/ 781050 h 3606800"/>
                  <a:gd name="connsiteX228" fmla="*/ 3641725 w 7392987"/>
                  <a:gd name="connsiteY228" fmla="*/ 0 h 3606800"/>
                  <a:gd name="connsiteX229" fmla="*/ 3751263 w 7392987"/>
                  <a:gd name="connsiteY229" fmla="*/ 0 h 3606800"/>
                  <a:gd name="connsiteX230" fmla="*/ 3751263 w 7392987"/>
                  <a:gd name="connsiteY230" fmla="*/ 781050 h 3606800"/>
                  <a:gd name="connsiteX231" fmla="*/ 3641725 w 7392987"/>
                  <a:gd name="connsiteY231" fmla="*/ 781050 h 3606800"/>
                  <a:gd name="connsiteX232" fmla="*/ 3556001 w 7392987"/>
                  <a:gd name="connsiteY232" fmla="*/ 0 h 3606800"/>
                  <a:gd name="connsiteX233" fmla="*/ 3598863 w 7392987"/>
                  <a:gd name="connsiteY233" fmla="*/ 781050 h 3606800"/>
                  <a:gd name="connsiteX234" fmla="*/ 3487738 w 7392987"/>
                  <a:gd name="connsiteY234" fmla="*/ 788988 h 3606800"/>
                  <a:gd name="connsiteX235" fmla="*/ 3449638 w 7392987"/>
                  <a:gd name="connsiteY235" fmla="*/ 7938 h 360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</a:cxnLst>
                <a:rect l="l" t="t" r="r" b="b"/>
                <a:pathLst>
                  <a:path w="7392987" h="3606800">
                    <a:moveTo>
                      <a:pt x="7388225" y="3457575"/>
                    </a:moveTo>
                    <a:lnTo>
                      <a:pt x="7392987" y="3568700"/>
                    </a:lnTo>
                    <a:lnTo>
                      <a:pt x="6611939" y="3606800"/>
                    </a:lnTo>
                    <a:lnTo>
                      <a:pt x="6608763" y="3500438"/>
                    </a:lnTo>
                    <a:close/>
                    <a:moveTo>
                      <a:pt x="4763" y="3457575"/>
                    </a:moveTo>
                    <a:lnTo>
                      <a:pt x="784225" y="3500438"/>
                    </a:lnTo>
                    <a:lnTo>
                      <a:pt x="779463" y="3606800"/>
                    </a:lnTo>
                    <a:lnTo>
                      <a:pt x="0" y="3568700"/>
                    </a:lnTo>
                    <a:close/>
                    <a:moveTo>
                      <a:pt x="7370763" y="3267075"/>
                    </a:moveTo>
                    <a:lnTo>
                      <a:pt x="7383463" y="3371850"/>
                    </a:lnTo>
                    <a:lnTo>
                      <a:pt x="6604001" y="3452813"/>
                    </a:lnTo>
                    <a:lnTo>
                      <a:pt x="6596063" y="3346450"/>
                    </a:lnTo>
                    <a:close/>
                    <a:moveTo>
                      <a:pt x="20638" y="3267075"/>
                    </a:moveTo>
                    <a:lnTo>
                      <a:pt x="796926" y="3346450"/>
                    </a:lnTo>
                    <a:lnTo>
                      <a:pt x="788989" y="3452813"/>
                    </a:lnTo>
                    <a:lnTo>
                      <a:pt x="7938" y="3371850"/>
                    </a:lnTo>
                    <a:close/>
                    <a:moveTo>
                      <a:pt x="7342187" y="3070225"/>
                    </a:moveTo>
                    <a:lnTo>
                      <a:pt x="7358063" y="3181350"/>
                    </a:lnTo>
                    <a:lnTo>
                      <a:pt x="6586539" y="3305175"/>
                    </a:lnTo>
                    <a:lnTo>
                      <a:pt x="6570663" y="3194050"/>
                    </a:lnTo>
                    <a:close/>
                    <a:moveTo>
                      <a:pt x="50801" y="3070225"/>
                    </a:moveTo>
                    <a:lnTo>
                      <a:pt x="822326" y="3194050"/>
                    </a:lnTo>
                    <a:lnTo>
                      <a:pt x="804863" y="3305175"/>
                    </a:lnTo>
                    <a:lnTo>
                      <a:pt x="33338" y="3181350"/>
                    </a:lnTo>
                    <a:close/>
                    <a:moveTo>
                      <a:pt x="7304087" y="2884487"/>
                    </a:moveTo>
                    <a:lnTo>
                      <a:pt x="7329487" y="2990850"/>
                    </a:lnTo>
                    <a:lnTo>
                      <a:pt x="6561137" y="3151187"/>
                    </a:lnTo>
                    <a:lnTo>
                      <a:pt x="6540499" y="3044824"/>
                    </a:lnTo>
                    <a:close/>
                    <a:moveTo>
                      <a:pt x="88900" y="2884487"/>
                    </a:moveTo>
                    <a:lnTo>
                      <a:pt x="852488" y="3044824"/>
                    </a:lnTo>
                    <a:lnTo>
                      <a:pt x="830263" y="3151187"/>
                    </a:lnTo>
                    <a:lnTo>
                      <a:pt x="63500" y="2990850"/>
                    </a:lnTo>
                    <a:close/>
                    <a:moveTo>
                      <a:pt x="7256463" y="2692400"/>
                    </a:moveTo>
                    <a:lnTo>
                      <a:pt x="7286625" y="2798762"/>
                    </a:lnTo>
                    <a:lnTo>
                      <a:pt x="6527799" y="3003550"/>
                    </a:lnTo>
                    <a:lnTo>
                      <a:pt x="6502399" y="2897188"/>
                    </a:lnTo>
                    <a:close/>
                    <a:moveTo>
                      <a:pt x="134938" y="2692400"/>
                    </a:moveTo>
                    <a:lnTo>
                      <a:pt x="890588" y="2897188"/>
                    </a:lnTo>
                    <a:lnTo>
                      <a:pt x="865188" y="3003550"/>
                    </a:lnTo>
                    <a:lnTo>
                      <a:pt x="106363" y="2798762"/>
                    </a:lnTo>
                    <a:close/>
                    <a:moveTo>
                      <a:pt x="7197725" y="2509837"/>
                    </a:moveTo>
                    <a:lnTo>
                      <a:pt x="7231063" y="2611437"/>
                    </a:lnTo>
                    <a:lnTo>
                      <a:pt x="6489701" y="2854325"/>
                    </a:lnTo>
                    <a:lnTo>
                      <a:pt x="6454775" y="2752725"/>
                    </a:lnTo>
                    <a:close/>
                    <a:moveTo>
                      <a:pt x="195263" y="2509837"/>
                    </a:moveTo>
                    <a:lnTo>
                      <a:pt x="936626" y="2752725"/>
                    </a:lnTo>
                    <a:lnTo>
                      <a:pt x="903289" y="2854325"/>
                    </a:lnTo>
                    <a:lnTo>
                      <a:pt x="160338" y="2611437"/>
                    </a:lnTo>
                    <a:close/>
                    <a:moveTo>
                      <a:pt x="7129463" y="2327275"/>
                    </a:moveTo>
                    <a:lnTo>
                      <a:pt x="7172325" y="2428875"/>
                    </a:lnTo>
                    <a:lnTo>
                      <a:pt x="6438899" y="2709863"/>
                    </a:lnTo>
                    <a:lnTo>
                      <a:pt x="6400799" y="2608263"/>
                    </a:lnTo>
                    <a:close/>
                    <a:moveTo>
                      <a:pt x="261938" y="2327275"/>
                    </a:moveTo>
                    <a:lnTo>
                      <a:pt x="992188" y="2608263"/>
                    </a:lnTo>
                    <a:lnTo>
                      <a:pt x="954088" y="2709863"/>
                    </a:lnTo>
                    <a:lnTo>
                      <a:pt x="220663" y="2428875"/>
                    </a:lnTo>
                    <a:close/>
                    <a:moveTo>
                      <a:pt x="7053263" y="2149475"/>
                    </a:moveTo>
                    <a:lnTo>
                      <a:pt x="7099299" y="2246312"/>
                    </a:lnTo>
                    <a:lnTo>
                      <a:pt x="6383337" y="2565400"/>
                    </a:lnTo>
                    <a:lnTo>
                      <a:pt x="6340475" y="2468562"/>
                    </a:lnTo>
                    <a:close/>
                    <a:moveTo>
                      <a:pt x="338137" y="2149475"/>
                    </a:moveTo>
                    <a:lnTo>
                      <a:pt x="1050925" y="2468562"/>
                    </a:lnTo>
                    <a:lnTo>
                      <a:pt x="1008063" y="2565400"/>
                    </a:lnTo>
                    <a:lnTo>
                      <a:pt x="292100" y="2246312"/>
                    </a:lnTo>
                    <a:close/>
                    <a:moveTo>
                      <a:pt x="6969125" y="1974850"/>
                    </a:moveTo>
                    <a:lnTo>
                      <a:pt x="7019925" y="2073275"/>
                    </a:lnTo>
                    <a:lnTo>
                      <a:pt x="6319837" y="2425700"/>
                    </a:lnTo>
                    <a:lnTo>
                      <a:pt x="6273799" y="2332038"/>
                    </a:lnTo>
                    <a:close/>
                    <a:moveTo>
                      <a:pt x="423863" y="1974850"/>
                    </a:moveTo>
                    <a:lnTo>
                      <a:pt x="1119188" y="2332038"/>
                    </a:lnTo>
                    <a:lnTo>
                      <a:pt x="1071563" y="2425700"/>
                    </a:lnTo>
                    <a:lnTo>
                      <a:pt x="373063" y="2073275"/>
                    </a:lnTo>
                    <a:close/>
                    <a:moveTo>
                      <a:pt x="6875463" y="1804987"/>
                    </a:moveTo>
                    <a:lnTo>
                      <a:pt x="6926263" y="1898650"/>
                    </a:lnTo>
                    <a:lnTo>
                      <a:pt x="6251575" y="2289175"/>
                    </a:lnTo>
                    <a:lnTo>
                      <a:pt x="6197599" y="2195512"/>
                    </a:lnTo>
                    <a:close/>
                    <a:moveTo>
                      <a:pt x="517525" y="1804987"/>
                    </a:moveTo>
                    <a:lnTo>
                      <a:pt x="1195388" y="2195512"/>
                    </a:lnTo>
                    <a:lnTo>
                      <a:pt x="1139825" y="2289175"/>
                    </a:lnTo>
                    <a:lnTo>
                      <a:pt x="466725" y="1898650"/>
                    </a:lnTo>
                    <a:close/>
                    <a:moveTo>
                      <a:pt x="6769101" y="1639887"/>
                    </a:moveTo>
                    <a:lnTo>
                      <a:pt x="6827839" y="1733550"/>
                    </a:lnTo>
                    <a:lnTo>
                      <a:pt x="6175375" y="2157412"/>
                    </a:lnTo>
                    <a:lnTo>
                      <a:pt x="6116639" y="2068512"/>
                    </a:lnTo>
                    <a:close/>
                    <a:moveTo>
                      <a:pt x="622301" y="1639887"/>
                    </a:moveTo>
                    <a:lnTo>
                      <a:pt x="1276351" y="2068512"/>
                    </a:lnTo>
                    <a:lnTo>
                      <a:pt x="1216026" y="2157412"/>
                    </a:lnTo>
                    <a:lnTo>
                      <a:pt x="563563" y="1733550"/>
                    </a:lnTo>
                    <a:close/>
                    <a:moveTo>
                      <a:pt x="6659563" y="1482725"/>
                    </a:moveTo>
                    <a:lnTo>
                      <a:pt x="6723063" y="1571625"/>
                    </a:lnTo>
                    <a:lnTo>
                      <a:pt x="6091238" y="2030413"/>
                    </a:lnTo>
                    <a:lnTo>
                      <a:pt x="6027738" y="1944688"/>
                    </a:lnTo>
                    <a:close/>
                    <a:moveTo>
                      <a:pt x="733425" y="1482725"/>
                    </a:moveTo>
                    <a:lnTo>
                      <a:pt x="1365250" y="1944688"/>
                    </a:lnTo>
                    <a:lnTo>
                      <a:pt x="1301750" y="2030413"/>
                    </a:lnTo>
                    <a:lnTo>
                      <a:pt x="669925" y="1571625"/>
                    </a:lnTo>
                    <a:close/>
                    <a:moveTo>
                      <a:pt x="6535739" y="1328737"/>
                    </a:moveTo>
                    <a:lnTo>
                      <a:pt x="6604001" y="1414462"/>
                    </a:lnTo>
                    <a:lnTo>
                      <a:pt x="5997576" y="1906587"/>
                    </a:lnTo>
                    <a:lnTo>
                      <a:pt x="5929313" y="1822450"/>
                    </a:lnTo>
                    <a:close/>
                    <a:moveTo>
                      <a:pt x="855663" y="1328737"/>
                    </a:moveTo>
                    <a:lnTo>
                      <a:pt x="1462088" y="1822450"/>
                    </a:lnTo>
                    <a:lnTo>
                      <a:pt x="1393825" y="1906587"/>
                    </a:lnTo>
                    <a:lnTo>
                      <a:pt x="788988" y="1414462"/>
                    </a:lnTo>
                    <a:close/>
                    <a:moveTo>
                      <a:pt x="6408739" y="1184275"/>
                    </a:moveTo>
                    <a:lnTo>
                      <a:pt x="6481763" y="1265238"/>
                    </a:lnTo>
                    <a:lnTo>
                      <a:pt x="5900738" y="1787525"/>
                    </a:lnTo>
                    <a:lnTo>
                      <a:pt x="5827713" y="1706562"/>
                    </a:lnTo>
                    <a:close/>
                    <a:moveTo>
                      <a:pt x="982663" y="1184275"/>
                    </a:moveTo>
                    <a:lnTo>
                      <a:pt x="1563688" y="1706562"/>
                    </a:lnTo>
                    <a:lnTo>
                      <a:pt x="1492250" y="1787525"/>
                    </a:lnTo>
                    <a:lnTo>
                      <a:pt x="911225" y="1265238"/>
                    </a:lnTo>
                    <a:close/>
                    <a:moveTo>
                      <a:pt x="6273801" y="1044575"/>
                    </a:moveTo>
                    <a:lnTo>
                      <a:pt x="6350001" y="1120775"/>
                    </a:lnTo>
                    <a:lnTo>
                      <a:pt x="5799138" y="1677988"/>
                    </a:lnTo>
                    <a:lnTo>
                      <a:pt x="5722938" y="1601788"/>
                    </a:lnTo>
                    <a:close/>
                    <a:moveTo>
                      <a:pt x="1119188" y="1044575"/>
                    </a:moveTo>
                    <a:lnTo>
                      <a:pt x="1670051" y="1601788"/>
                    </a:lnTo>
                    <a:lnTo>
                      <a:pt x="1593851" y="1677988"/>
                    </a:lnTo>
                    <a:lnTo>
                      <a:pt x="1042988" y="1120775"/>
                    </a:lnTo>
                    <a:close/>
                    <a:moveTo>
                      <a:pt x="6134099" y="912812"/>
                    </a:moveTo>
                    <a:lnTo>
                      <a:pt x="6213475" y="985837"/>
                    </a:lnTo>
                    <a:lnTo>
                      <a:pt x="5688013" y="1566862"/>
                    </a:lnTo>
                    <a:lnTo>
                      <a:pt x="5607050" y="1495424"/>
                    </a:lnTo>
                    <a:close/>
                    <a:moveTo>
                      <a:pt x="1258887" y="912812"/>
                    </a:moveTo>
                    <a:lnTo>
                      <a:pt x="1784350" y="1495424"/>
                    </a:lnTo>
                    <a:lnTo>
                      <a:pt x="1703387" y="1566862"/>
                    </a:lnTo>
                    <a:lnTo>
                      <a:pt x="1177925" y="985837"/>
                    </a:lnTo>
                    <a:close/>
                    <a:moveTo>
                      <a:pt x="5980113" y="788987"/>
                    </a:moveTo>
                    <a:lnTo>
                      <a:pt x="6065838" y="857250"/>
                    </a:lnTo>
                    <a:lnTo>
                      <a:pt x="5573713" y="1470025"/>
                    </a:lnTo>
                    <a:lnTo>
                      <a:pt x="5489575" y="1397000"/>
                    </a:lnTo>
                    <a:close/>
                    <a:moveTo>
                      <a:pt x="1411288" y="788987"/>
                    </a:moveTo>
                    <a:lnTo>
                      <a:pt x="1903413" y="1397000"/>
                    </a:lnTo>
                    <a:lnTo>
                      <a:pt x="1817688" y="1470025"/>
                    </a:lnTo>
                    <a:lnTo>
                      <a:pt x="1327150" y="857250"/>
                    </a:lnTo>
                    <a:close/>
                    <a:moveTo>
                      <a:pt x="5827713" y="674687"/>
                    </a:moveTo>
                    <a:lnTo>
                      <a:pt x="5913438" y="738187"/>
                    </a:lnTo>
                    <a:lnTo>
                      <a:pt x="5454650" y="1371600"/>
                    </a:lnTo>
                    <a:lnTo>
                      <a:pt x="5365750" y="1308100"/>
                    </a:lnTo>
                    <a:close/>
                    <a:moveTo>
                      <a:pt x="1563687" y="674687"/>
                    </a:moveTo>
                    <a:lnTo>
                      <a:pt x="2025650" y="1308100"/>
                    </a:lnTo>
                    <a:lnTo>
                      <a:pt x="1936750" y="1371600"/>
                    </a:lnTo>
                    <a:lnTo>
                      <a:pt x="1479550" y="738187"/>
                    </a:lnTo>
                    <a:close/>
                    <a:moveTo>
                      <a:pt x="5667375" y="568325"/>
                    </a:moveTo>
                    <a:lnTo>
                      <a:pt x="5756275" y="623888"/>
                    </a:lnTo>
                    <a:lnTo>
                      <a:pt x="5332413" y="1282700"/>
                    </a:lnTo>
                    <a:lnTo>
                      <a:pt x="5238750" y="1222375"/>
                    </a:lnTo>
                    <a:close/>
                    <a:moveTo>
                      <a:pt x="1725613" y="568325"/>
                    </a:moveTo>
                    <a:lnTo>
                      <a:pt x="2152651" y="1222375"/>
                    </a:lnTo>
                    <a:lnTo>
                      <a:pt x="2060576" y="1282700"/>
                    </a:lnTo>
                    <a:lnTo>
                      <a:pt x="1636713" y="623888"/>
                    </a:lnTo>
                    <a:close/>
                    <a:moveTo>
                      <a:pt x="5497513" y="466725"/>
                    </a:moveTo>
                    <a:lnTo>
                      <a:pt x="5594351" y="522288"/>
                    </a:lnTo>
                    <a:lnTo>
                      <a:pt x="5200651" y="1201738"/>
                    </a:lnTo>
                    <a:lnTo>
                      <a:pt x="5106988" y="1146175"/>
                    </a:lnTo>
                    <a:close/>
                    <a:moveTo>
                      <a:pt x="1893888" y="466725"/>
                    </a:moveTo>
                    <a:lnTo>
                      <a:pt x="2284413" y="1146175"/>
                    </a:lnTo>
                    <a:lnTo>
                      <a:pt x="2190750" y="1201738"/>
                    </a:lnTo>
                    <a:lnTo>
                      <a:pt x="1797050" y="522288"/>
                    </a:lnTo>
                    <a:close/>
                    <a:moveTo>
                      <a:pt x="5327650" y="377825"/>
                    </a:moveTo>
                    <a:lnTo>
                      <a:pt x="5426075" y="428625"/>
                    </a:lnTo>
                    <a:lnTo>
                      <a:pt x="5068887" y="1125538"/>
                    </a:lnTo>
                    <a:lnTo>
                      <a:pt x="4972050" y="1074738"/>
                    </a:lnTo>
                    <a:close/>
                    <a:moveTo>
                      <a:pt x="2063751" y="377825"/>
                    </a:moveTo>
                    <a:lnTo>
                      <a:pt x="2420938" y="1074738"/>
                    </a:lnTo>
                    <a:lnTo>
                      <a:pt x="2322513" y="1125538"/>
                    </a:lnTo>
                    <a:lnTo>
                      <a:pt x="1966913" y="428625"/>
                    </a:lnTo>
                    <a:close/>
                    <a:moveTo>
                      <a:pt x="5149850" y="296862"/>
                    </a:moveTo>
                    <a:lnTo>
                      <a:pt x="5251450" y="339725"/>
                    </a:lnTo>
                    <a:lnTo>
                      <a:pt x="4933950" y="1057275"/>
                    </a:lnTo>
                    <a:lnTo>
                      <a:pt x="4832350" y="1011238"/>
                    </a:lnTo>
                    <a:close/>
                    <a:moveTo>
                      <a:pt x="2241550" y="296862"/>
                    </a:moveTo>
                    <a:lnTo>
                      <a:pt x="2560638" y="1011238"/>
                    </a:lnTo>
                    <a:lnTo>
                      <a:pt x="2459038" y="1057275"/>
                    </a:lnTo>
                    <a:lnTo>
                      <a:pt x="2139950" y="339725"/>
                    </a:lnTo>
                    <a:close/>
                    <a:moveTo>
                      <a:pt x="4972050" y="225425"/>
                    </a:moveTo>
                    <a:lnTo>
                      <a:pt x="5073650" y="263525"/>
                    </a:lnTo>
                    <a:lnTo>
                      <a:pt x="4794250" y="993775"/>
                    </a:lnTo>
                    <a:lnTo>
                      <a:pt x="4692650" y="955675"/>
                    </a:lnTo>
                    <a:close/>
                    <a:moveTo>
                      <a:pt x="2420938" y="225425"/>
                    </a:moveTo>
                    <a:lnTo>
                      <a:pt x="2700338" y="955675"/>
                    </a:lnTo>
                    <a:lnTo>
                      <a:pt x="2598738" y="993775"/>
                    </a:lnTo>
                    <a:lnTo>
                      <a:pt x="2317750" y="263525"/>
                    </a:lnTo>
                    <a:close/>
                    <a:moveTo>
                      <a:pt x="4789488" y="160337"/>
                    </a:moveTo>
                    <a:lnTo>
                      <a:pt x="4891088" y="195262"/>
                    </a:lnTo>
                    <a:lnTo>
                      <a:pt x="4649788" y="942975"/>
                    </a:lnTo>
                    <a:lnTo>
                      <a:pt x="4548188" y="908050"/>
                    </a:lnTo>
                    <a:close/>
                    <a:moveTo>
                      <a:pt x="2601913" y="160337"/>
                    </a:moveTo>
                    <a:lnTo>
                      <a:pt x="2844801" y="908050"/>
                    </a:lnTo>
                    <a:lnTo>
                      <a:pt x="2741613" y="942975"/>
                    </a:lnTo>
                    <a:lnTo>
                      <a:pt x="2500313" y="195262"/>
                    </a:lnTo>
                    <a:close/>
                    <a:moveTo>
                      <a:pt x="4603751" y="109537"/>
                    </a:moveTo>
                    <a:lnTo>
                      <a:pt x="4705351" y="139700"/>
                    </a:lnTo>
                    <a:lnTo>
                      <a:pt x="4505326" y="895350"/>
                    </a:lnTo>
                    <a:lnTo>
                      <a:pt x="4398963" y="866775"/>
                    </a:lnTo>
                    <a:close/>
                    <a:moveTo>
                      <a:pt x="2789238" y="109537"/>
                    </a:moveTo>
                    <a:lnTo>
                      <a:pt x="2992438" y="866775"/>
                    </a:lnTo>
                    <a:lnTo>
                      <a:pt x="2886075" y="895350"/>
                    </a:lnTo>
                    <a:lnTo>
                      <a:pt x="2687638" y="139700"/>
                    </a:lnTo>
                    <a:close/>
                    <a:moveTo>
                      <a:pt x="4411663" y="68262"/>
                    </a:moveTo>
                    <a:lnTo>
                      <a:pt x="4518025" y="88900"/>
                    </a:lnTo>
                    <a:lnTo>
                      <a:pt x="4357687" y="857250"/>
                    </a:lnTo>
                    <a:lnTo>
                      <a:pt x="4251325" y="831850"/>
                    </a:lnTo>
                    <a:close/>
                    <a:moveTo>
                      <a:pt x="2979737" y="68262"/>
                    </a:moveTo>
                    <a:lnTo>
                      <a:pt x="3140075" y="831850"/>
                    </a:lnTo>
                    <a:lnTo>
                      <a:pt x="3035300" y="857250"/>
                    </a:lnTo>
                    <a:lnTo>
                      <a:pt x="2873375" y="88900"/>
                    </a:lnTo>
                    <a:close/>
                    <a:moveTo>
                      <a:pt x="4221163" y="33337"/>
                    </a:moveTo>
                    <a:lnTo>
                      <a:pt x="4327525" y="50800"/>
                    </a:lnTo>
                    <a:lnTo>
                      <a:pt x="4205287" y="823912"/>
                    </a:lnTo>
                    <a:lnTo>
                      <a:pt x="4098925" y="806450"/>
                    </a:lnTo>
                    <a:close/>
                    <a:moveTo>
                      <a:pt x="3170238" y="33337"/>
                    </a:moveTo>
                    <a:lnTo>
                      <a:pt x="3294063" y="806450"/>
                    </a:lnTo>
                    <a:lnTo>
                      <a:pt x="3187700" y="823912"/>
                    </a:lnTo>
                    <a:lnTo>
                      <a:pt x="3063875" y="50800"/>
                    </a:lnTo>
                    <a:close/>
                    <a:moveTo>
                      <a:pt x="4030663" y="12700"/>
                    </a:moveTo>
                    <a:lnTo>
                      <a:pt x="4137025" y="25400"/>
                    </a:lnTo>
                    <a:lnTo>
                      <a:pt x="4056063" y="803275"/>
                    </a:lnTo>
                    <a:lnTo>
                      <a:pt x="3946525" y="788988"/>
                    </a:lnTo>
                    <a:close/>
                    <a:moveTo>
                      <a:pt x="3360738" y="12700"/>
                    </a:moveTo>
                    <a:lnTo>
                      <a:pt x="3446463" y="788988"/>
                    </a:lnTo>
                    <a:lnTo>
                      <a:pt x="3335338" y="803275"/>
                    </a:lnTo>
                    <a:lnTo>
                      <a:pt x="3255963" y="25400"/>
                    </a:lnTo>
                    <a:close/>
                    <a:moveTo>
                      <a:pt x="3835400" y="0"/>
                    </a:moveTo>
                    <a:lnTo>
                      <a:pt x="3941763" y="7938"/>
                    </a:lnTo>
                    <a:lnTo>
                      <a:pt x="3903663" y="788988"/>
                    </a:lnTo>
                    <a:lnTo>
                      <a:pt x="3794125" y="781050"/>
                    </a:lnTo>
                    <a:close/>
                    <a:moveTo>
                      <a:pt x="3641725" y="0"/>
                    </a:moveTo>
                    <a:lnTo>
                      <a:pt x="3751263" y="0"/>
                    </a:lnTo>
                    <a:lnTo>
                      <a:pt x="3751263" y="781050"/>
                    </a:lnTo>
                    <a:lnTo>
                      <a:pt x="3641725" y="781050"/>
                    </a:lnTo>
                    <a:close/>
                    <a:moveTo>
                      <a:pt x="3556001" y="0"/>
                    </a:moveTo>
                    <a:lnTo>
                      <a:pt x="3598863" y="781050"/>
                    </a:lnTo>
                    <a:lnTo>
                      <a:pt x="3487738" y="788988"/>
                    </a:lnTo>
                    <a:lnTo>
                      <a:pt x="3449638" y="7938"/>
                    </a:lnTo>
                    <a:close/>
                  </a:path>
                </a:pathLst>
              </a:custGeom>
              <a:solidFill>
                <a:sysClr val="windowText" lastClr="000000">
                  <a:lumMod val="75000"/>
                  <a:lumOff val="25000"/>
                </a:sysClr>
              </a:solidFill>
              <a:ln>
                <a:noFill/>
              </a:ln>
            </p:spPr>
            <p:txBody>
              <a:bodyPr vert="horz" wrap="square" lIns="45714" tIns="22857" rIns="45714" bIns="22857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defRPr/>
                </a:pPr>
                <a:endParaRPr lang="en-US" sz="900" kern="0">
                  <a:solidFill>
                    <a:schemeClr val="bg2">
                      <a:lumMod val="40000"/>
                      <a:lumOff val="60000"/>
                    </a:schemeClr>
                  </a:solidFill>
                  <a:cs typeface="CiscoSansTT" panose="020B0503020201020303" pitchFamily="34" charset="0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328C3BA-E63B-BE01-D37F-67D6B9F55965}"/>
                  </a:ext>
                </a:extLst>
              </p:cNvPr>
              <p:cNvSpPr txBox="1"/>
              <p:nvPr/>
            </p:nvSpPr>
            <p:spPr>
              <a:xfrm>
                <a:off x="5756387" y="3333479"/>
                <a:ext cx="821336" cy="249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en-US" sz="900" b="1" kern="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rgbClr val="FF3399">
                          <a:alpha val="24000"/>
                        </a:srgbClr>
                      </a:glow>
                    </a:effectLst>
                    <a:cs typeface="CiscoSansTT" panose="020B0503020201020303" pitchFamily="34" charset="0"/>
                  </a:rPr>
                  <a:t>63%</a:t>
                </a:r>
              </a:p>
            </p:txBody>
          </p:sp>
          <p:sp>
            <p:nvSpPr>
              <p:cNvPr id="20" name="Pie 84">
                <a:extLst>
                  <a:ext uri="{FF2B5EF4-FFF2-40B4-BE49-F238E27FC236}">
                    <a16:creationId xmlns:a16="http://schemas.microsoft.com/office/drawing/2014/main" id="{4C7FF28A-E577-FFB4-1756-247B0BB97BBD}"/>
                  </a:ext>
                </a:extLst>
              </p:cNvPr>
              <p:cNvSpPr/>
              <p:nvPr/>
            </p:nvSpPr>
            <p:spPr>
              <a:xfrm>
                <a:off x="4923541" y="2526266"/>
                <a:ext cx="2269625" cy="2269624"/>
              </a:xfrm>
              <a:prstGeom prst="arc">
                <a:avLst>
                  <a:gd name="adj1" fmla="val 10670525"/>
                  <a:gd name="adj2" fmla="val 19713837"/>
                </a:avLst>
              </a:prstGeom>
              <a:noFill/>
              <a:ln w="139700" cap="rnd" cmpd="sng" algn="ctr">
                <a:solidFill>
                  <a:srgbClr val="0F9ED5"/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US" sz="900" kern="0">
                  <a:solidFill>
                    <a:schemeClr val="bg2">
                      <a:lumMod val="40000"/>
                      <a:lumOff val="60000"/>
                    </a:schemeClr>
                  </a:solidFill>
                  <a:cs typeface="CiscoSansTT" panose="020B0503020201020303" pitchFamily="34" charset="0"/>
                </a:endParaRP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E39BDA8-FAD1-179E-0FCE-581E85F2180B}"/>
              </a:ext>
            </a:extLst>
          </p:cNvPr>
          <p:cNvGrpSpPr/>
          <p:nvPr/>
        </p:nvGrpSpPr>
        <p:grpSpPr>
          <a:xfrm>
            <a:off x="6103413" y="4347361"/>
            <a:ext cx="1986527" cy="2104338"/>
            <a:chOff x="4930935" y="2433724"/>
            <a:chExt cx="2269625" cy="2272599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8CA5534-8BA7-FC9A-ED84-5379F0E25727}"/>
                </a:ext>
              </a:extLst>
            </p:cNvPr>
            <p:cNvSpPr/>
            <p:nvPr/>
          </p:nvSpPr>
          <p:spPr>
            <a:xfrm>
              <a:off x="5625369" y="2970762"/>
              <a:ext cx="880751" cy="880752"/>
            </a:xfrm>
            <a:prstGeom prst="ellipse">
              <a:avLst/>
            </a:prstGeom>
            <a:solidFill>
              <a:srgbClr val="00B050"/>
            </a:solidFill>
            <a:ln w="19050" cap="flat" cmpd="sng" algn="ctr">
              <a:noFill/>
              <a:prstDash val="solid"/>
              <a:miter lim="800000"/>
            </a:ln>
            <a:effectLst>
              <a:outerShdw blurRad="202654" dist="38100" dir="5400000" algn="t" rotWithShape="0">
                <a:srgbClr val="0F9ED5"/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US" sz="900" kern="0">
                <a:solidFill>
                  <a:schemeClr val="bg2">
                    <a:lumMod val="40000"/>
                    <a:lumOff val="60000"/>
                  </a:schemeClr>
                </a:solidFill>
                <a:cs typeface="CiscoSansTT" panose="020B0503020201020303" pitchFamily="34" charset="0"/>
              </a:endParaRPr>
            </a:p>
          </p:txBody>
        </p:sp>
        <p:sp>
          <p:nvSpPr>
            <p:cNvPr id="23" name="Pie 84">
              <a:extLst>
                <a:ext uri="{FF2B5EF4-FFF2-40B4-BE49-F238E27FC236}">
                  <a16:creationId xmlns:a16="http://schemas.microsoft.com/office/drawing/2014/main" id="{79D8CD97-26D1-B4C6-7199-1939C7840C6B}"/>
                </a:ext>
              </a:extLst>
            </p:cNvPr>
            <p:cNvSpPr/>
            <p:nvPr/>
          </p:nvSpPr>
          <p:spPr>
            <a:xfrm>
              <a:off x="4930935" y="2433724"/>
              <a:ext cx="2269625" cy="2269624"/>
            </a:xfrm>
            <a:prstGeom prst="arc">
              <a:avLst>
                <a:gd name="adj1" fmla="val 10670525"/>
                <a:gd name="adj2" fmla="val 21572899"/>
              </a:avLst>
            </a:prstGeom>
            <a:noFill/>
            <a:ln w="139700" cap="rnd" cmpd="sng" algn="ctr">
              <a:solidFill>
                <a:sysClr val="windowText" lastClr="000000">
                  <a:lumMod val="75000"/>
                  <a:lumOff val="25000"/>
                </a:sysClr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sz="900" kern="0">
                <a:solidFill>
                  <a:schemeClr val="bg2">
                    <a:lumMod val="40000"/>
                    <a:lumOff val="60000"/>
                  </a:schemeClr>
                </a:solidFill>
                <a:cs typeface="CiscoSansTT" panose="020B0503020201020303" pitchFamily="34" charset="0"/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9121C30-F028-2F39-C377-5C9B67E2A03F}"/>
                </a:ext>
              </a:extLst>
            </p:cNvPr>
            <p:cNvGrpSpPr/>
            <p:nvPr/>
          </p:nvGrpSpPr>
          <p:grpSpPr>
            <a:xfrm>
              <a:off x="4930935" y="2436699"/>
              <a:ext cx="2269624" cy="2269624"/>
              <a:chOff x="4923541" y="2526266"/>
              <a:chExt cx="2269624" cy="2269624"/>
            </a:xfrm>
          </p:grpSpPr>
          <p:sp>
            <p:nvSpPr>
              <p:cNvPr id="25" name="Freeform 140">
                <a:extLst>
                  <a:ext uri="{FF2B5EF4-FFF2-40B4-BE49-F238E27FC236}">
                    <a16:creationId xmlns:a16="http://schemas.microsoft.com/office/drawing/2014/main" id="{1B7EC2FD-6B31-3276-C1D5-DB3C8A824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6585" y="2629426"/>
                <a:ext cx="2037879" cy="994215"/>
              </a:xfrm>
              <a:custGeom>
                <a:avLst/>
                <a:gdLst>
                  <a:gd name="connsiteX0" fmla="*/ 7388225 w 7392987"/>
                  <a:gd name="connsiteY0" fmla="*/ 3457575 h 3606800"/>
                  <a:gd name="connsiteX1" fmla="*/ 7392987 w 7392987"/>
                  <a:gd name="connsiteY1" fmla="*/ 3568700 h 3606800"/>
                  <a:gd name="connsiteX2" fmla="*/ 6611939 w 7392987"/>
                  <a:gd name="connsiteY2" fmla="*/ 3606800 h 3606800"/>
                  <a:gd name="connsiteX3" fmla="*/ 6608763 w 7392987"/>
                  <a:gd name="connsiteY3" fmla="*/ 3500438 h 3606800"/>
                  <a:gd name="connsiteX4" fmla="*/ 4763 w 7392987"/>
                  <a:gd name="connsiteY4" fmla="*/ 3457575 h 3606800"/>
                  <a:gd name="connsiteX5" fmla="*/ 784225 w 7392987"/>
                  <a:gd name="connsiteY5" fmla="*/ 3500438 h 3606800"/>
                  <a:gd name="connsiteX6" fmla="*/ 779463 w 7392987"/>
                  <a:gd name="connsiteY6" fmla="*/ 3606800 h 3606800"/>
                  <a:gd name="connsiteX7" fmla="*/ 0 w 7392987"/>
                  <a:gd name="connsiteY7" fmla="*/ 3568700 h 3606800"/>
                  <a:gd name="connsiteX8" fmla="*/ 7370763 w 7392987"/>
                  <a:gd name="connsiteY8" fmla="*/ 3267075 h 3606800"/>
                  <a:gd name="connsiteX9" fmla="*/ 7383463 w 7392987"/>
                  <a:gd name="connsiteY9" fmla="*/ 3371850 h 3606800"/>
                  <a:gd name="connsiteX10" fmla="*/ 6604001 w 7392987"/>
                  <a:gd name="connsiteY10" fmla="*/ 3452813 h 3606800"/>
                  <a:gd name="connsiteX11" fmla="*/ 6596063 w 7392987"/>
                  <a:gd name="connsiteY11" fmla="*/ 3346450 h 3606800"/>
                  <a:gd name="connsiteX12" fmla="*/ 20638 w 7392987"/>
                  <a:gd name="connsiteY12" fmla="*/ 3267075 h 3606800"/>
                  <a:gd name="connsiteX13" fmla="*/ 796926 w 7392987"/>
                  <a:gd name="connsiteY13" fmla="*/ 3346450 h 3606800"/>
                  <a:gd name="connsiteX14" fmla="*/ 788989 w 7392987"/>
                  <a:gd name="connsiteY14" fmla="*/ 3452813 h 3606800"/>
                  <a:gd name="connsiteX15" fmla="*/ 7938 w 7392987"/>
                  <a:gd name="connsiteY15" fmla="*/ 3371850 h 3606800"/>
                  <a:gd name="connsiteX16" fmla="*/ 7342187 w 7392987"/>
                  <a:gd name="connsiteY16" fmla="*/ 3070225 h 3606800"/>
                  <a:gd name="connsiteX17" fmla="*/ 7358063 w 7392987"/>
                  <a:gd name="connsiteY17" fmla="*/ 3181350 h 3606800"/>
                  <a:gd name="connsiteX18" fmla="*/ 6586539 w 7392987"/>
                  <a:gd name="connsiteY18" fmla="*/ 3305175 h 3606800"/>
                  <a:gd name="connsiteX19" fmla="*/ 6570663 w 7392987"/>
                  <a:gd name="connsiteY19" fmla="*/ 3194050 h 3606800"/>
                  <a:gd name="connsiteX20" fmla="*/ 50801 w 7392987"/>
                  <a:gd name="connsiteY20" fmla="*/ 3070225 h 3606800"/>
                  <a:gd name="connsiteX21" fmla="*/ 822326 w 7392987"/>
                  <a:gd name="connsiteY21" fmla="*/ 3194050 h 3606800"/>
                  <a:gd name="connsiteX22" fmla="*/ 804863 w 7392987"/>
                  <a:gd name="connsiteY22" fmla="*/ 3305175 h 3606800"/>
                  <a:gd name="connsiteX23" fmla="*/ 33338 w 7392987"/>
                  <a:gd name="connsiteY23" fmla="*/ 3181350 h 3606800"/>
                  <a:gd name="connsiteX24" fmla="*/ 7304087 w 7392987"/>
                  <a:gd name="connsiteY24" fmla="*/ 2884487 h 3606800"/>
                  <a:gd name="connsiteX25" fmla="*/ 7329487 w 7392987"/>
                  <a:gd name="connsiteY25" fmla="*/ 2990850 h 3606800"/>
                  <a:gd name="connsiteX26" fmla="*/ 6561137 w 7392987"/>
                  <a:gd name="connsiteY26" fmla="*/ 3151187 h 3606800"/>
                  <a:gd name="connsiteX27" fmla="*/ 6540499 w 7392987"/>
                  <a:gd name="connsiteY27" fmla="*/ 3044824 h 3606800"/>
                  <a:gd name="connsiteX28" fmla="*/ 88900 w 7392987"/>
                  <a:gd name="connsiteY28" fmla="*/ 2884487 h 3606800"/>
                  <a:gd name="connsiteX29" fmla="*/ 852488 w 7392987"/>
                  <a:gd name="connsiteY29" fmla="*/ 3044824 h 3606800"/>
                  <a:gd name="connsiteX30" fmla="*/ 830263 w 7392987"/>
                  <a:gd name="connsiteY30" fmla="*/ 3151187 h 3606800"/>
                  <a:gd name="connsiteX31" fmla="*/ 63500 w 7392987"/>
                  <a:gd name="connsiteY31" fmla="*/ 2990850 h 3606800"/>
                  <a:gd name="connsiteX32" fmla="*/ 7256463 w 7392987"/>
                  <a:gd name="connsiteY32" fmla="*/ 2692400 h 3606800"/>
                  <a:gd name="connsiteX33" fmla="*/ 7286625 w 7392987"/>
                  <a:gd name="connsiteY33" fmla="*/ 2798762 h 3606800"/>
                  <a:gd name="connsiteX34" fmla="*/ 6527799 w 7392987"/>
                  <a:gd name="connsiteY34" fmla="*/ 3003550 h 3606800"/>
                  <a:gd name="connsiteX35" fmla="*/ 6502399 w 7392987"/>
                  <a:gd name="connsiteY35" fmla="*/ 2897188 h 3606800"/>
                  <a:gd name="connsiteX36" fmla="*/ 134938 w 7392987"/>
                  <a:gd name="connsiteY36" fmla="*/ 2692400 h 3606800"/>
                  <a:gd name="connsiteX37" fmla="*/ 890588 w 7392987"/>
                  <a:gd name="connsiteY37" fmla="*/ 2897188 h 3606800"/>
                  <a:gd name="connsiteX38" fmla="*/ 865188 w 7392987"/>
                  <a:gd name="connsiteY38" fmla="*/ 3003550 h 3606800"/>
                  <a:gd name="connsiteX39" fmla="*/ 106363 w 7392987"/>
                  <a:gd name="connsiteY39" fmla="*/ 2798762 h 3606800"/>
                  <a:gd name="connsiteX40" fmla="*/ 7197725 w 7392987"/>
                  <a:gd name="connsiteY40" fmla="*/ 2509837 h 3606800"/>
                  <a:gd name="connsiteX41" fmla="*/ 7231063 w 7392987"/>
                  <a:gd name="connsiteY41" fmla="*/ 2611437 h 3606800"/>
                  <a:gd name="connsiteX42" fmla="*/ 6489701 w 7392987"/>
                  <a:gd name="connsiteY42" fmla="*/ 2854325 h 3606800"/>
                  <a:gd name="connsiteX43" fmla="*/ 6454775 w 7392987"/>
                  <a:gd name="connsiteY43" fmla="*/ 2752725 h 3606800"/>
                  <a:gd name="connsiteX44" fmla="*/ 195263 w 7392987"/>
                  <a:gd name="connsiteY44" fmla="*/ 2509837 h 3606800"/>
                  <a:gd name="connsiteX45" fmla="*/ 936626 w 7392987"/>
                  <a:gd name="connsiteY45" fmla="*/ 2752725 h 3606800"/>
                  <a:gd name="connsiteX46" fmla="*/ 903289 w 7392987"/>
                  <a:gd name="connsiteY46" fmla="*/ 2854325 h 3606800"/>
                  <a:gd name="connsiteX47" fmla="*/ 160338 w 7392987"/>
                  <a:gd name="connsiteY47" fmla="*/ 2611437 h 3606800"/>
                  <a:gd name="connsiteX48" fmla="*/ 7129463 w 7392987"/>
                  <a:gd name="connsiteY48" fmla="*/ 2327275 h 3606800"/>
                  <a:gd name="connsiteX49" fmla="*/ 7172325 w 7392987"/>
                  <a:gd name="connsiteY49" fmla="*/ 2428875 h 3606800"/>
                  <a:gd name="connsiteX50" fmla="*/ 6438899 w 7392987"/>
                  <a:gd name="connsiteY50" fmla="*/ 2709863 h 3606800"/>
                  <a:gd name="connsiteX51" fmla="*/ 6400799 w 7392987"/>
                  <a:gd name="connsiteY51" fmla="*/ 2608263 h 3606800"/>
                  <a:gd name="connsiteX52" fmla="*/ 261938 w 7392987"/>
                  <a:gd name="connsiteY52" fmla="*/ 2327275 h 3606800"/>
                  <a:gd name="connsiteX53" fmla="*/ 992188 w 7392987"/>
                  <a:gd name="connsiteY53" fmla="*/ 2608263 h 3606800"/>
                  <a:gd name="connsiteX54" fmla="*/ 954088 w 7392987"/>
                  <a:gd name="connsiteY54" fmla="*/ 2709863 h 3606800"/>
                  <a:gd name="connsiteX55" fmla="*/ 220663 w 7392987"/>
                  <a:gd name="connsiteY55" fmla="*/ 2428875 h 3606800"/>
                  <a:gd name="connsiteX56" fmla="*/ 7053263 w 7392987"/>
                  <a:gd name="connsiteY56" fmla="*/ 2149475 h 3606800"/>
                  <a:gd name="connsiteX57" fmla="*/ 7099299 w 7392987"/>
                  <a:gd name="connsiteY57" fmla="*/ 2246312 h 3606800"/>
                  <a:gd name="connsiteX58" fmla="*/ 6383337 w 7392987"/>
                  <a:gd name="connsiteY58" fmla="*/ 2565400 h 3606800"/>
                  <a:gd name="connsiteX59" fmla="*/ 6340475 w 7392987"/>
                  <a:gd name="connsiteY59" fmla="*/ 2468562 h 3606800"/>
                  <a:gd name="connsiteX60" fmla="*/ 338137 w 7392987"/>
                  <a:gd name="connsiteY60" fmla="*/ 2149475 h 3606800"/>
                  <a:gd name="connsiteX61" fmla="*/ 1050925 w 7392987"/>
                  <a:gd name="connsiteY61" fmla="*/ 2468562 h 3606800"/>
                  <a:gd name="connsiteX62" fmla="*/ 1008063 w 7392987"/>
                  <a:gd name="connsiteY62" fmla="*/ 2565400 h 3606800"/>
                  <a:gd name="connsiteX63" fmla="*/ 292100 w 7392987"/>
                  <a:gd name="connsiteY63" fmla="*/ 2246312 h 3606800"/>
                  <a:gd name="connsiteX64" fmla="*/ 6969125 w 7392987"/>
                  <a:gd name="connsiteY64" fmla="*/ 1974850 h 3606800"/>
                  <a:gd name="connsiteX65" fmla="*/ 7019925 w 7392987"/>
                  <a:gd name="connsiteY65" fmla="*/ 2073275 h 3606800"/>
                  <a:gd name="connsiteX66" fmla="*/ 6319837 w 7392987"/>
                  <a:gd name="connsiteY66" fmla="*/ 2425700 h 3606800"/>
                  <a:gd name="connsiteX67" fmla="*/ 6273799 w 7392987"/>
                  <a:gd name="connsiteY67" fmla="*/ 2332038 h 3606800"/>
                  <a:gd name="connsiteX68" fmla="*/ 423863 w 7392987"/>
                  <a:gd name="connsiteY68" fmla="*/ 1974850 h 3606800"/>
                  <a:gd name="connsiteX69" fmla="*/ 1119188 w 7392987"/>
                  <a:gd name="connsiteY69" fmla="*/ 2332038 h 3606800"/>
                  <a:gd name="connsiteX70" fmla="*/ 1071563 w 7392987"/>
                  <a:gd name="connsiteY70" fmla="*/ 2425700 h 3606800"/>
                  <a:gd name="connsiteX71" fmla="*/ 373063 w 7392987"/>
                  <a:gd name="connsiteY71" fmla="*/ 2073275 h 3606800"/>
                  <a:gd name="connsiteX72" fmla="*/ 6875463 w 7392987"/>
                  <a:gd name="connsiteY72" fmla="*/ 1804987 h 3606800"/>
                  <a:gd name="connsiteX73" fmla="*/ 6926263 w 7392987"/>
                  <a:gd name="connsiteY73" fmla="*/ 1898650 h 3606800"/>
                  <a:gd name="connsiteX74" fmla="*/ 6251575 w 7392987"/>
                  <a:gd name="connsiteY74" fmla="*/ 2289175 h 3606800"/>
                  <a:gd name="connsiteX75" fmla="*/ 6197599 w 7392987"/>
                  <a:gd name="connsiteY75" fmla="*/ 2195512 h 3606800"/>
                  <a:gd name="connsiteX76" fmla="*/ 517525 w 7392987"/>
                  <a:gd name="connsiteY76" fmla="*/ 1804987 h 3606800"/>
                  <a:gd name="connsiteX77" fmla="*/ 1195388 w 7392987"/>
                  <a:gd name="connsiteY77" fmla="*/ 2195512 h 3606800"/>
                  <a:gd name="connsiteX78" fmla="*/ 1139825 w 7392987"/>
                  <a:gd name="connsiteY78" fmla="*/ 2289175 h 3606800"/>
                  <a:gd name="connsiteX79" fmla="*/ 466725 w 7392987"/>
                  <a:gd name="connsiteY79" fmla="*/ 1898650 h 3606800"/>
                  <a:gd name="connsiteX80" fmla="*/ 6769101 w 7392987"/>
                  <a:gd name="connsiteY80" fmla="*/ 1639887 h 3606800"/>
                  <a:gd name="connsiteX81" fmla="*/ 6827839 w 7392987"/>
                  <a:gd name="connsiteY81" fmla="*/ 1733550 h 3606800"/>
                  <a:gd name="connsiteX82" fmla="*/ 6175375 w 7392987"/>
                  <a:gd name="connsiteY82" fmla="*/ 2157412 h 3606800"/>
                  <a:gd name="connsiteX83" fmla="*/ 6116639 w 7392987"/>
                  <a:gd name="connsiteY83" fmla="*/ 2068512 h 3606800"/>
                  <a:gd name="connsiteX84" fmla="*/ 622301 w 7392987"/>
                  <a:gd name="connsiteY84" fmla="*/ 1639887 h 3606800"/>
                  <a:gd name="connsiteX85" fmla="*/ 1276351 w 7392987"/>
                  <a:gd name="connsiteY85" fmla="*/ 2068512 h 3606800"/>
                  <a:gd name="connsiteX86" fmla="*/ 1216026 w 7392987"/>
                  <a:gd name="connsiteY86" fmla="*/ 2157412 h 3606800"/>
                  <a:gd name="connsiteX87" fmla="*/ 563563 w 7392987"/>
                  <a:gd name="connsiteY87" fmla="*/ 1733550 h 3606800"/>
                  <a:gd name="connsiteX88" fmla="*/ 6659563 w 7392987"/>
                  <a:gd name="connsiteY88" fmla="*/ 1482725 h 3606800"/>
                  <a:gd name="connsiteX89" fmla="*/ 6723063 w 7392987"/>
                  <a:gd name="connsiteY89" fmla="*/ 1571625 h 3606800"/>
                  <a:gd name="connsiteX90" fmla="*/ 6091238 w 7392987"/>
                  <a:gd name="connsiteY90" fmla="*/ 2030413 h 3606800"/>
                  <a:gd name="connsiteX91" fmla="*/ 6027738 w 7392987"/>
                  <a:gd name="connsiteY91" fmla="*/ 1944688 h 3606800"/>
                  <a:gd name="connsiteX92" fmla="*/ 733425 w 7392987"/>
                  <a:gd name="connsiteY92" fmla="*/ 1482725 h 3606800"/>
                  <a:gd name="connsiteX93" fmla="*/ 1365250 w 7392987"/>
                  <a:gd name="connsiteY93" fmla="*/ 1944688 h 3606800"/>
                  <a:gd name="connsiteX94" fmla="*/ 1301750 w 7392987"/>
                  <a:gd name="connsiteY94" fmla="*/ 2030413 h 3606800"/>
                  <a:gd name="connsiteX95" fmla="*/ 669925 w 7392987"/>
                  <a:gd name="connsiteY95" fmla="*/ 1571625 h 3606800"/>
                  <a:gd name="connsiteX96" fmla="*/ 6535739 w 7392987"/>
                  <a:gd name="connsiteY96" fmla="*/ 1328737 h 3606800"/>
                  <a:gd name="connsiteX97" fmla="*/ 6604001 w 7392987"/>
                  <a:gd name="connsiteY97" fmla="*/ 1414462 h 3606800"/>
                  <a:gd name="connsiteX98" fmla="*/ 5997576 w 7392987"/>
                  <a:gd name="connsiteY98" fmla="*/ 1906587 h 3606800"/>
                  <a:gd name="connsiteX99" fmla="*/ 5929313 w 7392987"/>
                  <a:gd name="connsiteY99" fmla="*/ 1822450 h 3606800"/>
                  <a:gd name="connsiteX100" fmla="*/ 855663 w 7392987"/>
                  <a:gd name="connsiteY100" fmla="*/ 1328737 h 3606800"/>
                  <a:gd name="connsiteX101" fmla="*/ 1462088 w 7392987"/>
                  <a:gd name="connsiteY101" fmla="*/ 1822450 h 3606800"/>
                  <a:gd name="connsiteX102" fmla="*/ 1393825 w 7392987"/>
                  <a:gd name="connsiteY102" fmla="*/ 1906587 h 3606800"/>
                  <a:gd name="connsiteX103" fmla="*/ 788988 w 7392987"/>
                  <a:gd name="connsiteY103" fmla="*/ 1414462 h 3606800"/>
                  <a:gd name="connsiteX104" fmla="*/ 6408739 w 7392987"/>
                  <a:gd name="connsiteY104" fmla="*/ 1184275 h 3606800"/>
                  <a:gd name="connsiteX105" fmla="*/ 6481763 w 7392987"/>
                  <a:gd name="connsiteY105" fmla="*/ 1265238 h 3606800"/>
                  <a:gd name="connsiteX106" fmla="*/ 5900738 w 7392987"/>
                  <a:gd name="connsiteY106" fmla="*/ 1787525 h 3606800"/>
                  <a:gd name="connsiteX107" fmla="*/ 5827713 w 7392987"/>
                  <a:gd name="connsiteY107" fmla="*/ 1706562 h 3606800"/>
                  <a:gd name="connsiteX108" fmla="*/ 982663 w 7392987"/>
                  <a:gd name="connsiteY108" fmla="*/ 1184275 h 3606800"/>
                  <a:gd name="connsiteX109" fmla="*/ 1563688 w 7392987"/>
                  <a:gd name="connsiteY109" fmla="*/ 1706562 h 3606800"/>
                  <a:gd name="connsiteX110" fmla="*/ 1492250 w 7392987"/>
                  <a:gd name="connsiteY110" fmla="*/ 1787525 h 3606800"/>
                  <a:gd name="connsiteX111" fmla="*/ 911225 w 7392987"/>
                  <a:gd name="connsiteY111" fmla="*/ 1265238 h 3606800"/>
                  <a:gd name="connsiteX112" fmla="*/ 6273801 w 7392987"/>
                  <a:gd name="connsiteY112" fmla="*/ 1044575 h 3606800"/>
                  <a:gd name="connsiteX113" fmla="*/ 6350001 w 7392987"/>
                  <a:gd name="connsiteY113" fmla="*/ 1120775 h 3606800"/>
                  <a:gd name="connsiteX114" fmla="*/ 5799138 w 7392987"/>
                  <a:gd name="connsiteY114" fmla="*/ 1677988 h 3606800"/>
                  <a:gd name="connsiteX115" fmla="*/ 5722938 w 7392987"/>
                  <a:gd name="connsiteY115" fmla="*/ 1601788 h 3606800"/>
                  <a:gd name="connsiteX116" fmla="*/ 1119188 w 7392987"/>
                  <a:gd name="connsiteY116" fmla="*/ 1044575 h 3606800"/>
                  <a:gd name="connsiteX117" fmla="*/ 1670051 w 7392987"/>
                  <a:gd name="connsiteY117" fmla="*/ 1601788 h 3606800"/>
                  <a:gd name="connsiteX118" fmla="*/ 1593851 w 7392987"/>
                  <a:gd name="connsiteY118" fmla="*/ 1677988 h 3606800"/>
                  <a:gd name="connsiteX119" fmla="*/ 1042988 w 7392987"/>
                  <a:gd name="connsiteY119" fmla="*/ 1120775 h 3606800"/>
                  <a:gd name="connsiteX120" fmla="*/ 6134099 w 7392987"/>
                  <a:gd name="connsiteY120" fmla="*/ 912812 h 3606800"/>
                  <a:gd name="connsiteX121" fmla="*/ 6213475 w 7392987"/>
                  <a:gd name="connsiteY121" fmla="*/ 985837 h 3606800"/>
                  <a:gd name="connsiteX122" fmla="*/ 5688013 w 7392987"/>
                  <a:gd name="connsiteY122" fmla="*/ 1566862 h 3606800"/>
                  <a:gd name="connsiteX123" fmla="*/ 5607050 w 7392987"/>
                  <a:gd name="connsiteY123" fmla="*/ 1495424 h 3606800"/>
                  <a:gd name="connsiteX124" fmla="*/ 1258887 w 7392987"/>
                  <a:gd name="connsiteY124" fmla="*/ 912812 h 3606800"/>
                  <a:gd name="connsiteX125" fmla="*/ 1784350 w 7392987"/>
                  <a:gd name="connsiteY125" fmla="*/ 1495424 h 3606800"/>
                  <a:gd name="connsiteX126" fmla="*/ 1703387 w 7392987"/>
                  <a:gd name="connsiteY126" fmla="*/ 1566862 h 3606800"/>
                  <a:gd name="connsiteX127" fmla="*/ 1177925 w 7392987"/>
                  <a:gd name="connsiteY127" fmla="*/ 985837 h 3606800"/>
                  <a:gd name="connsiteX128" fmla="*/ 5980113 w 7392987"/>
                  <a:gd name="connsiteY128" fmla="*/ 788987 h 3606800"/>
                  <a:gd name="connsiteX129" fmla="*/ 6065838 w 7392987"/>
                  <a:gd name="connsiteY129" fmla="*/ 857250 h 3606800"/>
                  <a:gd name="connsiteX130" fmla="*/ 5573713 w 7392987"/>
                  <a:gd name="connsiteY130" fmla="*/ 1470025 h 3606800"/>
                  <a:gd name="connsiteX131" fmla="*/ 5489575 w 7392987"/>
                  <a:gd name="connsiteY131" fmla="*/ 1397000 h 3606800"/>
                  <a:gd name="connsiteX132" fmla="*/ 1411288 w 7392987"/>
                  <a:gd name="connsiteY132" fmla="*/ 788987 h 3606800"/>
                  <a:gd name="connsiteX133" fmla="*/ 1903413 w 7392987"/>
                  <a:gd name="connsiteY133" fmla="*/ 1397000 h 3606800"/>
                  <a:gd name="connsiteX134" fmla="*/ 1817688 w 7392987"/>
                  <a:gd name="connsiteY134" fmla="*/ 1470025 h 3606800"/>
                  <a:gd name="connsiteX135" fmla="*/ 1327150 w 7392987"/>
                  <a:gd name="connsiteY135" fmla="*/ 857250 h 3606800"/>
                  <a:gd name="connsiteX136" fmla="*/ 5827713 w 7392987"/>
                  <a:gd name="connsiteY136" fmla="*/ 674687 h 3606800"/>
                  <a:gd name="connsiteX137" fmla="*/ 5913438 w 7392987"/>
                  <a:gd name="connsiteY137" fmla="*/ 738187 h 3606800"/>
                  <a:gd name="connsiteX138" fmla="*/ 5454650 w 7392987"/>
                  <a:gd name="connsiteY138" fmla="*/ 1371600 h 3606800"/>
                  <a:gd name="connsiteX139" fmla="*/ 5365750 w 7392987"/>
                  <a:gd name="connsiteY139" fmla="*/ 1308100 h 3606800"/>
                  <a:gd name="connsiteX140" fmla="*/ 1563687 w 7392987"/>
                  <a:gd name="connsiteY140" fmla="*/ 674687 h 3606800"/>
                  <a:gd name="connsiteX141" fmla="*/ 2025650 w 7392987"/>
                  <a:gd name="connsiteY141" fmla="*/ 1308100 h 3606800"/>
                  <a:gd name="connsiteX142" fmla="*/ 1936750 w 7392987"/>
                  <a:gd name="connsiteY142" fmla="*/ 1371600 h 3606800"/>
                  <a:gd name="connsiteX143" fmla="*/ 1479550 w 7392987"/>
                  <a:gd name="connsiteY143" fmla="*/ 738187 h 3606800"/>
                  <a:gd name="connsiteX144" fmla="*/ 5667375 w 7392987"/>
                  <a:gd name="connsiteY144" fmla="*/ 568325 h 3606800"/>
                  <a:gd name="connsiteX145" fmla="*/ 5756275 w 7392987"/>
                  <a:gd name="connsiteY145" fmla="*/ 623888 h 3606800"/>
                  <a:gd name="connsiteX146" fmla="*/ 5332413 w 7392987"/>
                  <a:gd name="connsiteY146" fmla="*/ 1282700 h 3606800"/>
                  <a:gd name="connsiteX147" fmla="*/ 5238750 w 7392987"/>
                  <a:gd name="connsiteY147" fmla="*/ 1222375 h 3606800"/>
                  <a:gd name="connsiteX148" fmla="*/ 1725613 w 7392987"/>
                  <a:gd name="connsiteY148" fmla="*/ 568325 h 3606800"/>
                  <a:gd name="connsiteX149" fmla="*/ 2152651 w 7392987"/>
                  <a:gd name="connsiteY149" fmla="*/ 1222375 h 3606800"/>
                  <a:gd name="connsiteX150" fmla="*/ 2060576 w 7392987"/>
                  <a:gd name="connsiteY150" fmla="*/ 1282700 h 3606800"/>
                  <a:gd name="connsiteX151" fmla="*/ 1636713 w 7392987"/>
                  <a:gd name="connsiteY151" fmla="*/ 623888 h 3606800"/>
                  <a:gd name="connsiteX152" fmla="*/ 5497513 w 7392987"/>
                  <a:gd name="connsiteY152" fmla="*/ 466725 h 3606800"/>
                  <a:gd name="connsiteX153" fmla="*/ 5594351 w 7392987"/>
                  <a:gd name="connsiteY153" fmla="*/ 522288 h 3606800"/>
                  <a:gd name="connsiteX154" fmla="*/ 5200651 w 7392987"/>
                  <a:gd name="connsiteY154" fmla="*/ 1201738 h 3606800"/>
                  <a:gd name="connsiteX155" fmla="*/ 5106988 w 7392987"/>
                  <a:gd name="connsiteY155" fmla="*/ 1146175 h 3606800"/>
                  <a:gd name="connsiteX156" fmla="*/ 1893888 w 7392987"/>
                  <a:gd name="connsiteY156" fmla="*/ 466725 h 3606800"/>
                  <a:gd name="connsiteX157" fmla="*/ 2284413 w 7392987"/>
                  <a:gd name="connsiteY157" fmla="*/ 1146175 h 3606800"/>
                  <a:gd name="connsiteX158" fmla="*/ 2190750 w 7392987"/>
                  <a:gd name="connsiteY158" fmla="*/ 1201738 h 3606800"/>
                  <a:gd name="connsiteX159" fmla="*/ 1797050 w 7392987"/>
                  <a:gd name="connsiteY159" fmla="*/ 522288 h 3606800"/>
                  <a:gd name="connsiteX160" fmla="*/ 5327650 w 7392987"/>
                  <a:gd name="connsiteY160" fmla="*/ 377825 h 3606800"/>
                  <a:gd name="connsiteX161" fmla="*/ 5426075 w 7392987"/>
                  <a:gd name="connsiteY161" fmla="*/ 428625 h 3606800"/>
                  <a:gd name="connsiteX162" fmla="*/ 5068887 w 7392987"/>
                  <a:gd name="connsiteY162" fmla="*/ 1125538 h 3606800"/>
                  <a:gd name="connsiteX163" fmla="*/ 4972050 w 7392987"/>
                  <a:gd name="connsiteY163" fmla="*/ 1074738 h 3606800"/>
                  <a:gd name="connsiteX164" fmla="*/ 2063751 w 7392987"/>
                  <a:gd name="connsiteY164" fmla="*/ 377825 h 3606800"/>
                  <a:gd name="connsiteX165" fmla="*/ 2420938 w 7392987"/>
                  <a:gd name="connsiteY165" fmla="*/ 1074738 h 3606800"/>
                  <a:gd name="connsiteX166" fmla="*/ 2322513 w 7392987"/>
                  <a:gd name="connsiteY166" fmla="*/ 1125538 h 3606800"/>
                  <a:gd name="connsiteX167" fmla="*/ 1966913 w 7392987"/>
                  <a:gd name="connsiteY167" fmla="*/ 428625 h 3606800"/>
                  <a:gd name="connsiteX168" fmla="*/ 5149850 w 7392987"/>
                  <a:gd name="connsiteY168" fmla="*/ 296862 h 3606800"/>
                  <a:gd name="connsiteX169" fmla="*/ 5251450 w 7392987"/>
                  <a:gd name="connsiteY169" fmla="*/ 339725 h 3606800"/>
                  <a:gd name="connsiteX170" fmla="*/ 4933950 w 7392987"/>
                  <a:gd name="connsiteY170" fmla="*/ 1057275 h 3606800"/>
                  <a:gd name="connsiteX171" fmla="*/ 4832350 w 7392987"/>
                  <a:gd name="connsiteY171" fmla="*/ 1011238 h 3606800"/>
                  <a:gd name="connsiteX172" fmla="*/ 2241550 w 7392987"/>
                  <a:gd name="connsiteY172" fmla="*/ 296862 h 3606800"/>
                  <a:gd name="connsiteX173" fmla="*/ 2560638 w 7392987"/>
                  <a:gd name="connsiteY173" fmla="*/ 1011238 h 3606800"/>
                  <a:gd name="connsiteX174" fmla="*/ 2459038 w 7392987"/>
                  <a:gd name="connsiteY174" fmla="*/ 1057275 h 3606800"/>
                  <a:gd name="connsiteX175" fmla="*/ 2139950 w 7392987"/>
                  <a:gd name="connsiteY175" fmla="*/ 339725 h 3606800"/>
                  <a:gd name="connsiteX176" fmla="*/ 4972050 w 7392987"/>
                  <a:gd name="connsiteY176" fmla="*/ 225425 h 3606800"/>
                  <a:gd name="connsiteX177" fmla="*/ 5073650 w 7392987"/>
                  <a:gd name="connsiteY177" fmla="*/ 263525 h 3606800"/>
                  <a:gd name="connsiteX178" fmla="*/ 4794250 w 7392987"/>
                  <a:gd name="connsiteY178" fmla="*/ 993775 h 3606800"/>
                  <a:gd name="connsiteX179" fmla="*/ 4692650 w 7392987"/>
                  <a:gd name="connsiteY179" fmla="*/ 955675 h 3606800"/>
                  <a:gd name="connsiteX180" fmla="*/ 2420938 w 7392987"/>
                  <a:gd name="connsiteY180" fmla="*/ 225425 h 3606800"/>
                  <a:gd name="connsiteX181" fmla="*/ 2700338 w 7392987"/>
                  <a:gd name="connsiteY181" fmla="*/ 955675 h 3606800"/>
                  <a:gd name="connsiteX182" fmla="*/ 2598738 w 7392987"/>
                  <a:gd name="connsiteY182" fmla="*/ 993775 h 3606800"/>
                  <a:gd name="connsiteX183" fmla="*/ 2317750 w 7392987"/>
                  <a:gd name="connsiteY183" fmla="*/ 263525 h 3606800"/>
                  <a:gd name="connsiteX184" fmla="*/ 4789488 w 7392987"/>
                  <a:gd name="connsiteY184" fmla="*/ 160337 h 3606800"/>
                  <a:gd name="connsiteX185" fmla="*/ 4891088 w 7392987"/>
                  <a:gd name="connsiteY185" fmla="*/ 195262 h 3606800"/>
                  <a:gd name="connsiteX186" fmla="*/ 4649788 w 7392987"/>
                  <a:gd name="connsiteY186" fmla="*/ 942975 h 3606800"/>
                  <a:gd name="connsiteX187" fmla="*/ 4548188 w 7392987"/>
                  <a:gd name="connsiteY187" fmla="*/ 908050 h 3606800"/>
                  <a:gd name="connsiteX188" fmla="*/ 2601913 w 7392987"/>
                  <a:gd name="connsiteY188" fmla="*/ 160337 h 3606800"/>
                  <a:gd name="connsiteX189" fmla="*/ 2844801 w 7392987"/>
                  <a:gd name="connsiteY189" fmla="*/ 908050 h 3606800"/>
                  <a:gd name="connsiteX190" fmla="*/ 2741613 w 7392987"/>
                  <a:gd name="connsiteY190" fmla="*/ 942975 h 3606800"/>
                  <a:gd name="connsiteX191" fmla="*/ 2500313 w 7392987"/>
                  <a:gd name="connsiteY191" fmla="*/ 195262 h 3606800"/>
                  <a:gd name="connsiteX192" fmla="*/ 4603751 w 7392987"/>
                  <a:gd name="connsiteY192" fmla="*/ 109537 h 3606800"/>
                  <a:gd name="connsiteX193" fmla="*/ 4705351 w 7392987"/>
                  <a:gd name="connsiteY193" fmla="*/ 139700 h 3606800"/>
                  <a:gd name="connsiteX194" fmla="*/ 4505326 w 7392987"/>
                  <a:gd name="connsiteY194" fmla="*/ 895350 h 3606800"/>
                  <a:gd name="connsiteX195" fmla="*/ 4398963 w 7392987"/>
                  <a:gd name="connsiteY195" fmla="*/ 866775 h 3606800"/>
                  <a:gd name="connsiteX196" fmla="*/ 2789238 w 7392987"/>
                  <a:gd name="connsiteY196" fmla="*/ 109537 h 3606800"/>
                  <a:gd name="connsiteX197" fmla="*/ 2992438 w 7392987"/>
                  <a:gd name="connsiteY197" fmla="*/ 866775 h 3606800"/>
                  <a:gd name="connsiteX198" fmla="*/ 2886075 w 7392987"/>
                  <a:gd name="connsiteY198" fmla="*/ 895350 h 3606800"/>
                  <a:gd name="connsiteX199" fmla="*/ 2687638 w 7392987"/>
                  <a:gd name="connsiteY199" fmla="*/ 139700 h 3606800"/>
                  <a:gd name="connsiteX200" fmla="*/ 4411663 w 7392987"/>
                  <a:gd name="connsiteY200" fmla="*/ 68262 h 3606800"/>
                  <a:gd name="connsiteX201" fmla="*/ 4518025 w 7392987"/>
                  <a:gd name="connsiteY201" fmla="*/ 88900 h 3606800"/>
                  <a:gd name="connsiteX202" fmla="*/ 4357687 w 7392987"/>
                  <a:gd name="connsiteY202" fmla="*/ 857250 h 3606800"/>
                  <a:gd name="connsiteX203" fmla="*/ 4251325 w 7392987"/>
                  <a:gd name="connsiteY203" fmla="*/ 831850 h 3606800"/>
                  <a:gd name="connsiteX204" fmla="*/ 2979737 w 7392987"/>
                  <a:gd name="connsiteY204" fmla="*/ 68262 h 3606800"/>
                  <a:gd name="connsiteX205" fmla="*/ 3140075 w 7392987"/>
                  <a:gd name="connsiteY205" fmla="*/ 831850 h 3606800"/>
                  <a:gd name="connsiteX206" fmla="*/ 3035300 w 7392987"/>
                  <a:gd name="connsiteY206" fmla="*/ 857250 h 3606800"/>
                  <a:gd name="connsiteX207" fmla="*/ 2873375 w 7392987"/>
                  <a:gd name="connsiteY207" fmla="*/ 88900 h 3606800"/>
                  <a:gd name="connsiteX208" fmla="*/ 4221163 w 7392987"/>
                  <a:gd name="connsiteY208" fmla="*/ 33337 h 3606800"/>
                  <a:gd name="connsiteX209" fmla="*/ 4327525 w 7392987"/>
                  <a:gd name="connsiteY209" fmla="*/ 50800 h 3606800"/>
                  <a:gd name="connsiteX210" fmla="*/ 4205287 w 7392987"/>
                  <a:gd name="connsiteY210" fmla="*/ 823912 h 3606800"/>
                  <a:gd name="connsiteX211" fmla="*/ 4098925 w 7392987"/>
                  <a:gd name="connsiteY211" fmla="*/ 806450 h 3606800"/>
                  <a:gd name="connsiteX212" fmla="*/ 3170238 w 7392987"/>
                  <a:gd name="connsiteY212" fmla="*/ 33337 h 3606800"/>
                  <a:gd name="connsiteX213" fmla="*/ 3294063 w 7392987"/>
                  <a:gd name="connsiteY213" fmla="*/ 806450 h 3606800"/>
                  <a:gd name="connsiteX214" fmla="*/ 3187700 w 7392987"/>
                  <a:gd name="connsiteY214" fmla="*/ 823912 h 3606800"/>
                  <a:gd name="connsiteX215" fmla="*/ 3063875 w 7392987"/>
                  <a:gd name="connsiteY215" fmla="*/ 50800 h 3606800"/>
                  <a:gd name="connsiteX216" fmla="*/ 4030663 w 7392987"/>
                  <a:gd name="connsiteY216" fmla="*/ 12700 h 3606800"/>
                  <a:gd name="connsiteX217" fmla="*/ 4137025 w 7392987"/>
                  <a:gd name="connsiteY217" fmla="*/ 25400 h 3606800"/>
                  <a:gd name="connsiteX218" fmla="*/ 4056063 w 7392987"/>
                  <a:gd name="connsiteY218" fmla="*/ 803275 h 3606800"/>
                  <a:gd name="connsiteX219" fmla="*/ 3946525 w 7392987"/>
                  <a:gd name="connsiteY219" fmla="*/ 788988 h 3606800"/>
                  <a:gd name="connsiteX220" fmla="*/ 3360738 w 7392987"/>
                  <a:gd name="connsiteY220" fmla="*/ 12700 h 3606800"/>
                  <a:gd name="connsiteX221" fmla="*/ 3446463 w 7392987"/>
                  <a:gd name="connsiteY221" fmla="*/ 788988 h 3606800"/>
                  <a:gd name="connsiteX222" fmla="*/ 3335338 w 7392987"/>
                  <a:gd name="connsiteY222" fmla="*/ 803275 h 3606800"/>
                  <a:gd name="connsiteX223" fmla="*/ 3255963 w 7392987"/>
                  <a:gd name="connsiteY223" fmla="*/ 25400 h 3606800"/>
                  <a:gd name="connsiteX224" fmla="*/ 3835400 w 7392987"/>
                  <a:gd name="connsiteY224" fmla="*/ 0 h 3606800"/>
                  <a:gd name="connsiteX225" fmla="*/ 3941763 w 7392987"/>
                  <a:gd name="connsiteY225" fmla="*/ 7938 h 3606800"/>
                  <a:gd name="connsiteX226" fmla="*/ 3903663 w 7392987"/>
                  <a:gd name="connsiteY226" fmla="*/ 788988 h 3606800"/>
                  <a:gd name="connsiteX227" fmla="*/ 3794125 w 7392987"/>
                  <a:gd name="connsiteY227" fmla="*/ 781050 h 3606800"/>
                  <a:gd name="connsiteX228" fmla="*/ 3641725 w 7392987"/>
                  <a:gd name="connsiteY228" fmla="*/ 0 h 3606800"/>
                  <a:gd name="connsiteX229" fmla="*/ 3751263 w 7392987"/>
                  <a:gd name="connsiteY229" fmla="*/ 0 h 3606800"/>
                  <a:gd name="connsiteX230" fmla="*/ 3751263 w 7392987"/>
                  <a:gd name="connsiteY230" fmla="*/ 781050 h 3606800"/>
                  <a:gd name="connsiteX231" fmla="*/ 3641725 w 7392987"/>
                  <a:gd name="connsiteY231" fmla="*/ 781050 h 3606800"/>
                  <a:gd name="connsiteX232" fmla="*/ 3556001 w 7392987"/>
                  <a:gd name="connsiteY232" fmla="*/ 0 h 3606800"/>
                  <a:gd name="connsiteX233" fmla="*/ 3598863 w 7392987"/>
                  <a:gd name="connsiteY233" fmla="*/ 781050 h 3606800"/>
                  <a:gd name="connsiteX234" fmla="*/ 3487738 w 7392987"/>
                  <a:gd name="connsiteY234" fmla="*/ 788988 h 3606800"/>
                  <a:gd name="connsiteX235" fmla="*/ 3449638 w 7392987"/>
                  <a:gd name="connsiteY235" fmla="*/ 7938 h 360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</a:cxnLst>
                <a:rect l="l" t="t" r="r" b="b"/>
                <a:pathLst>
                  <a:path w="7392987" h="3606800">
                    <a:moveTo>
                      <a:pt x="7388225" y="3457575"/>
                    </a:moveTo>
                    <a:lnTo>
                      <a:pt x="7392987" y="3568700"/>
                    </a:lnTo>
                    <a:lnTo>
                      <a:pt x="6611939" y="3606800"/>
                    </a:lnTo>
                    <a:lnTo>
                      <a:pt x="6608763" y="3500438"/>
                    </a:lnTo>
                    <a:close/>
                    <a:moveTo>
                      <a:pt x="4763" y="3457575"/>
                    </a:moveTo>
                    <a:lnTo>
                      <a:pt x="784225" y="3500438"/>
                    </a:lnTo>
                    <a:lnTo>
                      <a:pt x="779463" y="3606800"/>
                    </a:lnTo>
                    <a:lnTo>
                      <a:pt x="0" y="3568700"/>
                    </a:lnTo>
                    <a:close/>
                    <a:moveTo>
                      <a:pt x="7370763" y="3267075"/>
                    </a:moveTo>
                    <a:lnTo>
                      <a:pt x="7383463" y="3371850"/>
                    </a:lnTo>
                    <a:lnTo>
                      <a:pt x="6604001" y="3452813"/>
                    </a:lnTo>
                    <a:lnTo>
                      <a:pt x="6596063" y="3346450"/>
                    </a:lnTo>
                    <a:close/>
                    <a:moveTo>
                      <a:pt x="20638" y="3267075"/>
                    </a:moveTo>
                    <a:lnTo>
                      <a:pt x="796926" y="3346450"/>
                    </a:lnTo>
                    <a:lnTo>
                      <a:pt x="788989" y="3452813"/>
                    </a:lnTo>
                    <a:lnTo>
                      <a:pt x="7938" y="3371850"/>
                    </a:lnTo>
                    <a:close/>
                    <a:moveTo>
                      <a:pt x="7342187" y="3070225"/>
                    </a:moveTo>
                    <a:lnTo>
                      <a:pt x="7358063" y="3181350"/>
                    </a:lnTo>
                    <a:lnTo>
                      <a:pt x="6586539" y="3305175"/>
                    </a:lnTo>
                    <a:lnTo>
                      <a:pt x="6570663" y="3194050"/>
                    </a:lnTo>
                    <a:close/>
                    <a:moveTo>
                      <a:pt x="50801" y="3070225"/>
                    </a:moveTo>
                    <a:lnTo>
                      <a:pt x="822326" y="3194050"/>
                    </a:lnTo>
                    <a:lnTo>
                      <a:pt x="804863" y="3305175"/>
                    </a:lnTo>
                    <a:lnTo>
                      <a:pt x="33338" y="3181350"/>
                    </a:lnTo>
                    <a:close/>
                    <a:moveTo>
                      <a:pt x="7304087" y="2884487"/>
                    </a:moveTo>
                    <a:lnTo>
                      <a:pt x="7329487" y="2990850"/>
                    </a:lnTo>
                    <a:lnTo>
                      <a:pt x="6561137" y="3151187"/>
                    </a:lnTo>
                    <a:lnTo>
                      <a:pt x="6540499" y="3044824"/>
                    </a:lnTo>
                    <a:close/>
                    <a:moveTo>
                      <a:pt x="88900" y="2884487"/>
                    </a:moveTo>
                    <a:lnTo>
                      <a:pt x="852488" y="3044824"/>
                    </a:lnTo>
                    <a:lnTo>
                      <a:pt x="830263" y="3151187"/>
                    </a:lnTo>
                    <a:lnTo>
                      <a:pt x="63500" y="2990850"/>
                    </a:lnTo>
                    <a:close/>
                    <a:moveTo>
                      <a:pt x="7256463" y="2692400"/>
                    </a:moveTo>
                    <a:lnTo>
                      <a:pt x="7286625" y="2798762"/>
                    </a:lnTo>
                    <a:lnTo>
                      <a:pt x="6527799" y="3003550"/>
                    </a:lnTo>
                    <a:lnTo>
                      <a:pt x="6502399" y="2897188"/>
                    </a:lnTo>
                    <a:close/>
                    <a:moveTo>
                      <a:pt x="134938" y="2692400"/>
                    </a:moveTo>
                    <a:lnTo>
                      <a:pt x="890588" y="2897188"/>
                    </a:lnTo>
                    <a:lnTo>
                      <a:pt x="865188" y="3003550"/>
                    </a:lnTo>
                    <a:lnTo>
                      <a:pt x="106363" y="2798762"/>
                    </a:lnTo>
                    <a:close/>
                    <a:moveTo>
                      <a:pt x="7197725" y="2509837"/>
                    </a:moveTo>
                    <a:lnTo>
                      <a:pt x="7231063" y="2611437"/>
                    </a:lnTo>
                    <a:lnTo>
                      <a:pt x="6489701" y="2854325"/>
                    </a:lnTo>
                    <a:lnTo>
                      <a:pt x="6454775" y="2752725"/>
                    </a:lnTo>
                    <a:close/>
                    <a:moveTo>
                      <a:pt x="195263" y="2509837"/>
                    </a:moveTo>
                    <a:lnTo>
                      <a:pt x="936626" y="2752725"/>
                    </a:lnTo>
                    <a:lnTo>
                      <a:pt x="903289" y="2854325"/>
                    </a:lnTo>
                    <a:lnTo>
                      <a:pt x="160338" y="2611437"/>
                    </a:lnTo>
                    <a:close/>
                    <a:moveTo>
                      <a:pt x="7129463" y="2327275"/>
                    </a:moveTo>
                    <a:lnTo>
                      <a:pt x="7172325" y="2428875"/>
                    </a:lnTo>
                    <a:lnTo>
                      <a:pt x="6438899" y="2709863"/>
                    </a:lnTo>
                    <a:lnTo>
                      <a:pt x="6400799" y="2608263"/>
                    </a:lnTo>
                    <a:close/>
                    <a:moveTo>
                      <a:pt x="261938" y="2327275"/>
                    </a:moveTo>
                    <a:lnTo>
                      <a:pt x="992188" y="2608263"/>
                    </a:lnTo>
                    <a:lnTo>
                      <a:pt x="954088" y="2709863"/>
                    </a:lnTo>
                    <a:lnTo>
                      <a:pt x="220663" y="2428875"/>
                    </a:lnTo>
                    <a:close/>
                    <a:moveTo>
                      <a:pt x="7053263" y="2149475"/>
                    </a:moveTo>
                    <a:lnTo>
                      <a:pt x="7099299" y="2246312"/>
                    </a:lnTo>
                    <a:lnTo>
                      <a:pt x="6383337" y="2565400"/>
                    </a:lnTo>
                    <a:lnTo>
                      <a:pt x="6340475" y="2468562"/>
                    </a:lnTo>
                    <a:close/>
                    <a:moveTo>
                      <a:pt x="338137" y="2149475"/>
                    </a:moveTo>
                    <a:lnTo>
                      <a:pt x="1050925" y="2468562"/>
                    </a:lnTo>
                    <a:lnTo>
                      <a:pt x="1008063" y="2565400"/>
                    </a:lnTo>
                    <a:lnTo>
                      <a:pt x="292100" y="2246312"/>
                    </a:lnTo>
                    <a:close/>
                    <a:moveTo>
                      <a:pt x="6969125" y="1974850"/>
                    </a:moveTo>
                    <a:lnTo>
                      <a:pt x="7019925" y="2073275"/>
                    </a:lnTo>
                    <a:lnTo>
                      <a:pt x="6319837" y="2425700"/>
                    </a:lnTo>
                    <a:lnTo>
                      <a:pt x="6273799" y="2332038"/>
                    </a:lnTo>
                    <a:close/>
                    <a:moveTo>
                      <a:pt x="423863" y="1974850"/>
                    </a:moveTo>
                    <a:lnTo>
                      <a:pt x="1119188" y="2332038"/>
                    </a:lnTo>
                    <a:lnTo>
                      <a:pt x="1071563" y="2425700"/>
                    </a:lnTo>
                    <a:lnTo>
                      <a:pt x="373063" y="2073275"/>
                    </a:lnTo>
                    <a:close/>
                    <a:moveTo>
                      <a:pt x="6875463" y="1804987"/>
                    </a:moveTo>
                    <a:lnTo>
                      <a:pt x="6926263" y="1898650"/>
                    </a:lnTo>
                    <a:lnTo>
                      <a:pt x="6251575" y="2289175"/>
                    </a:lnTo>
                    <a:lnTo>
                      <a:pt x="6197599" y="2195512"/>
                    </a:lnTo>
                    <a:close/>
                    <a:moveTo>
                      <a:pt x="517525" y="1804987"/>
                    </a:moveTo>
                    <a:lnTo>
                      <a:pt x="1195388" y="2195512"/>
                    </a:lnTo>
                    <a:lnTo>
                      <a:pt x="1139825" y="2289175"/>
                    </a:lnTo>
                    <a:lnTo>
                      <a:pt x="466725" y="1898650"/>
                    </a:lnTo>
                    <a:close/>
                    <a:moveTo>
                      <a:pt x="6769101" y="1639887"/>
                    </a:moveTo>
                    <a:lnTo>
                      <a:pt x="6827839" y="1733550"/>
                    </a:lnTo>
                    <a:lnTo>
                      <a:pt x="6175375" y="2157412"/>
                    </a:lnTo>
                    <a:lnTo>
                      <a:pt x="6116639" y="2068512"/>
                    </a:lnTo>
                    <a:close/>
                    <a:moveTo>
                      <a:pt x="622301" y="1639887"/>
                    </a:moveTo>
                    <a:lnTo>
                      <a:pt x="1276351" y="2068512"/>
                    </a:lnTo>
                    <a:lnTo>
                      <a:pt x="1216026" y="2157412"/>
                    </a:lnTo>
                    <a:lnTo>
                      <a:pt x="563563" y="1733550"/>
                    </a:lnTo>
                    <a:close/>
                    <a:moveTo>
                      <a:pt x="6659563" y="1482725"/>
                    </a:moveTo>
                    <a:lnTo>
                      <a:pt x="6723063" y="1571625"/>
                    </a:lnTo>
                    <a:lnTo>
                      <a:pt x="6091238" y="2030413"/>
                    </a:lnTo>
                    <a:lnTo>
                      <a:pt x="6027738" y="1944688"/>
                    </a:lnTo>
                    <a:close/>
                    <a:moveTo>
                      <a:pt x="733425" y="1482725"/>
                    </a:moveTo>
                    <a:lnTo>
                      <a:pt x="1365250" y="1944688"/>
                    </a:lnTo>
                    <a:lnTo>
                      <a:pt x="1301750" y="2030413"/>
                    </a:lnTo>
                    <a:lnTo>
                      <a:pt x="669925" y="1571625"/>
                    </a:lnTo>
                    <a:close/>
                    <a:moveTo>
                      <a:pt x="6535739" y="1328737"/>
                    </a:moveTo>
                    <a:lnTo>
                      <a:pt x="6604001" y="1414462"/>
                    </a:lnTo>
                    <a:lnTo>
                      <a:pt x="5997576" y="1906587"/>
                    </a:lnTo>
                    <a:lnTo>
                      <a:pt x="5929313" y="1822450"/>
                    </a:lnTo>
                    <a:close/>
                    <a:moveTo>
                      <a:pt x="855663" y="1328737"/>
                    </a:moveTo>
                    <a:lnTo>
                      <a:pt x="1462088" y="1822450"/>
                    </a:lnTo>
                    <a:lnTo>
                      <a:pt x="1393825" y="1906587"/>
                    </a:lnTo>
                    <a:lnTo>
                      <a:pt x="788988" y="1414462"/>
                    </a:lnTo>
                    <a:close/>
                    <a:moveTo>
                      <a:pt x="6408739" y="1184275"/>
                    </a:moveTo>
                    <a:lnTo>
                      <a:pt x="6481763" y="1265238"/>
                    </a:lnTo>
                    <a:lnTo>
                      <a:pt x="5900738" y="1787525"/>
                    </a:lnTo>
                    <a:lnTo>
                      <a:pt x="5827713" y="1706562"/>
                    </a:lnTo>
                    <a:close/>
                    <a:moveTo>
                      <a:pt x="982663" y="1184275"/>
                    </a:moveTo>
                    <a:lnTo>
                      <a:pt x="1563688" y="1706562"/>
                    </a:lnTo>
                    <a:lnTo>
                      <a:pt x="1492250" y="1787525"/>
                    </a:lnTo>
                    <a:lnTo>
                      <a:pt x="911225" y="1265238"/>
                    </a:lnTo>
                    <a:close/>
                    <a:moveTo>
                      <a:pt x="6273801" y="1044575"/>
                    </a:moveTo>
                    <a:lnTo>
                      <a:pt x="6350001" y="1120775"/>
                    </a:lnTo>
                    <a:lnTo>
                      <a:pt x="5799138" y="1677988"/>
                    </a:lnTo>
                    <a:lnTo>
                      <a:pt x="5722938" y="1601788"/>
                    </a:lnTo>
                    <a:close/>
                    <a:moveTo>
                      <a:pt x="1119188" y="1044575"/>
                    </a:moveTo>
                    <a:lnTo>
                      <a:pt x="1670051" y="1601788"/>
                    </a:lnTo>
                    <a:lnTo>
                      <a:pt x="1593851" y="1677988"/>
                    </a:lnTo>
                    <a:lnTo>
                      <a:pt x="1042988" y="1120775"/>
                    </a:lnTo>
                    <a:close/>
                    <a:moveTo>
                      <a:pt x="6134099" y="912812"/>
                    </a:moveTo>
                    <a:lnTo>
                      <a:pt x="6213475" y="985837"/>
                    </a:lnTo>
                    <a:lnTo>
                      <a:pt x="5688013" y="1566862"/>
                    </a:lnTo>
                    <a:lnTo>
                      <a:pt x="5607050" y="1495424"/>
                    </a:lnTo>
                    <a:close/>
                    <a:moveTo>
                      <a:pt x="1258887" y="912812"/>
                    </a:moveTo>
                    <a:lnTo>
                      <a:pt x="1784350" y="1495424"/>
                    </a:lnTo>
                    <a:lnTo>
                      <a:pt x="1703387" y="1566862"/>
                    </a:lnTo>
                    <a:lnTo>
                      <a:pt x="1177925" y="985837"/>
                    </a:lnTo>
                    <a:close/>
                    <a:moveTo>
                      <a:pt x="5980113" y="788987"/>
                    </a:moveTo>
                    <a:lnTo>
                      <a:pt x="6065838" y="857250"/>
                    </a:lnTo>
                    <a:lnTo>
                      <a:pt x="5573713" y="1470025"/>
                    </a:lnTo>
                    <a:lnTo>
                      <a:pt x="5489575" y="1397000"/>
                    </a:lnTo>
                    <a:close/>
                    <a:moveTo>
                      <a:pt x="1411288" y="788987"/>
                    </a:moveTo>
                    <a:lnTo>
                      <a:pt x="1903413" y="1397000"/>
                    </a:lnTo>
                    <a:lnTo>
                      <a:pt x="1817688" y="1470025"/>
                    </a:lnTo>
                    <a:lnTo>
                      <a:pt x="1327150" y="857250"/>
                    </a:lnTo>
                    <a:close/>
                    <a:moveTo>
                      <a:pt x="5827713" y="674687"/>
                    </a:moveTo>
                    <a:lnTo>
                      <a:pt x="5913438" y="738187"/>
                    </a:lnTo>
                    <a:lnTo>
                      <a:pt x="5454650" y="1371600"/>
                    </a:lnTo>
                    <a:lnTo>
                      <a:pt x="5365750" y="1308100"/>
                    </a:lnTo>
                    <a:close/>
                    <a:moveTo>
                      <a:pt x="1563687" y="674687"/>
                    </a:moveTo>
                    <a:lnTo>
                      <a:pt x="2025650" y="1308100"/>
                    </a:lnTo>
                    <a:lnTo>
                      <a:pt x="1936750" y="1371600"/>
                    </a:lnTo>
                    <a:lnTo>
                      <a:pt x="1479550" y="738187"/>
                    </a:lnTo>
                    <a:close/>
                    <a:moveTo>
                      <a:pt x="5667375" y="568325"/>
                    </a:moveTo>
                    <a:lnTo>
                      <a:pt x="5756275" y="623888"/>
                    </a:lnTo>
                    <a:lnTo>
                      <a:pt x="5332413" y="1282700"/>
                    </a:lnTo>
                    <a:lnTo>
                      <a:pt x="5238750" y="1222375"/>
                    </a:lnTo>
                    <a:close/>
                    <a:moveTo>
                      <a:pt x="1725613" y="568325"/>
                    </a:moveTo>
                    <a:lnTo>
                      <a:pt x="2152651" y="1222375"/>
                    </a:lnTo>
                    <a:lnTo>
                      <a:pt x="2060576" y="1282700"/>
                    </a:lnTo>
                    <a:lnTo>
                      <a:pt x="1636713" y="623888"/>
                    </a:lnTo>
                    <a:close/>
                    <a:moveTo>
                      <a:pt x="5497513" y="466725"/>
                    </a:moveTo>
                    <a:lnTo>
                      <a:pt x="5594351" y="522288"/>
                    </a:lnTo>
                    <a:lnTo>
                      <a:pt x="5200651" y="1201738"/>
                    </a:lnTo>
                    <a:lnTo>
                      <a:pt x="5106988" y="1146175"/>
                    </a:lnTo>
                    <a:close/>
                    <a:moveTo>
                      <a:pt x="1893888" y="466725"/>
                    </a:moveTo>
                    <a:lnTo>
                      <a:pt x="2284413" y="1146175"/>
                    </a:lnTo>
                    <a:lnTo>
                      <a:pt x="2190750" y="1201738"/>
                    </a:lnTo>
                    <a:lnTo>
                      <a:pt x="1797050" y="522288"/>
                    </a:lnTo>
                    <a:close/>
                    <a:moveTo>
                      <a:pt x="5327650" y="377825"/>
                    </a:moveTo>
                    <a:lnTo>
                      <a:pt x="5426075" y="428625"/>
                    </a:lnTo>
                    <a:lnTo>
                      <a:pt x="5068887" y="1125538"/>
                    </a:lnTo>
                    <a:lnTo>
                      <a:pt x="4972050" y="1074738"/>
                    </a:lnTo>
                    <a:close/>
                    <a:moveTo>
                      <a:pt x="2063751" y="377825"/>
                    </a:moveTo>
                    <a:lnTo>
                      <a:pt x="2420938" y="1074738"/>
                    </a:lnTo>
                    <a:lnTo>
                      <a:pt x="2322513" y="1125538"/>
                    </a:lnTo>
                    <a:lnTo>
                      <a:pt x="1966913" y="428625"/>
                    </a:lnTo>
                    <a:close/>
                    <a:moveTo>
                      <a:pt x="5149850" y="296862"/>
                    </a:moveTo>
                    <a:lnTo>
                      <a:pt x="5251450" y="339725"/>
                    </a:lnTo>
                    <a:lnTo>
                      <a:pt x="4933950" y="1057275"/>
                    </a:lnTo>
                    <a:lnTo>
                      <a:pt x="4832350" y="1011238"/>
                    </a:lnTo>
                    <a:close/>
                    <a:moveTo>
                      <a:pt x="2241550" y="296862"/>
                    </a:moveTo>
                    <a:lnTo>
                      <a:pt x="2560638" y="1011238"/>
                    </a:lnTo>
                    <a:lnTo>
                      <a:pt x="2459038" y="1057275"/>
                    </a:lnTo>
                    <a:lnTo>
                      <a:pt x="2139950" y="339725"/>
                    </a:lnTo>
                    <a:close/>
                    <a:moveTo>
                      <a:pt x="4972050" y="225425"/>
                    </a:moveTo>
                    <a:lnTo>
                      <a:pt x="5073650" y="263525"/>
                    </a:lnTo>
                    <a:lnTo>
                      <a:pt x="4794250" y="993775"/>
                    </a:lnTo>
                    <a:lnTo>
                      <a:pt x="4692650" y="955675"/>
                    </a:lnTo>
                    <a:close/>
                    <a:moveTo>
                      <a:pt x="2420938" y="225425"/>
                    </a:moveTo>
                    <a:lnTo>
                      <a:pt x="2700338" y="955675"/>
                    </a:lnTo>
                    <a:lnTo>
                      <a:pt x="2598738" y="993775"/>
                    </a:lnTo>
                    <a:lnTo>
                      <a:pt x="2317750" y="263525"/>
                    </a:lnTo>
                    <a:close/>
                    <a:moveTo>
                      <a:pt x="4789488" y="160337"/>
                    </a:moveTo>
                    <a:lnTo>
                      <a:pt x="4891088" y="195262"/>
                    </a:lnTo>
                    <a:lnTo>
                      <a:pt x="4649788" y="942975"/>
                    </a:lnTo>
                    <a:lnTo>
                      <a:pt x="4548188" y="908050"/>
                    </a:lnTo>
                    <a:close/>
                    <a:moveTo>
                      <a:pt x="2601913" y="160337"/>
                    </a:moveTo>
                    <a:lnTo>
                      <a:pt x="2844801" y="908050"/>
                    </a:lnTo>
                    <a:lnTo>
                      <a:pt x="2741613" y="942975"/>
                    </a:lnTo>
                    <a:lnTo>
                      <a:pt x="2500313" y="195262"/>
                    </a:lnTo>
                    <a:close/>
                    <a:moveTo>
                      <a:pt x="4603751" y="109537"/>
                    </a:moveTo>
                    <a:lnTo>
                      <a:pt x="4705351" y="139700"/>
                    </a:lnTo>
                    <a:lnTo>
                      <a:pt x="4505326" y="895350"/>
                    </a:lnTo>
                    <a:lnTo>
                      <a:pt x="4398963" y="866775"/>
                    </a:lnTo>
                    <a:close/>
                    <a:moveTo>
                      <a:pt x="2789238" y="109537"/>
                    </a:moveTo>
                    <a:lnTo>
                      <a:pt x="2992438" y="866775"/>
                    </a:lnTo>
                    <a:lnTo>
                      <a:pt x="2886075" y="895350"/>
                    </a:lnTo>
                    <a:lnTo>
                      <a:pt x="2687638" y="139700"/>
                    </a:lnTo>
                    <a:close/>
                    <a:moveTo>
                      <a:pt x="4411663" y="68262"/>
                    </a:moveTo>
                    <a:lnTo>
                      <a:pt x="4518025" y="88900"/>
                    </a:lnTo>
                    <a:lnTo>
                      <a:pt x="4357687" y="857250"/>
                    </a:lnTo>
                    <a:lnTo>
                      <a:pt x="4251325" y="831850"/>
                    </a:lnTo>
                    <a:close/>
                    <a:moveTo>
                      <a:pt x="2979737" y="68262"/>
                    </a:moveTo>
                    <a:lnTo>
                      <a:pt x="3140075" y="831850"/>
                    </a:lnTo>
                    <a:lnTo>
                      <a:pt x="3035300" y="857250"/>
                    </a:lnTo>
                    <a:lnTo>
                      <a:pt x="2873375" y="88900"/>
                    </a:lnTo>
                    <a:close/>
                    <a:moveTo>
                      <a:pt x="4221163" y="33337"/>
                    </a:moveTo>
                    <a:lnTo>
                      <a:pt x="4327525" y="50800"/>
                    </a:lnTo>
                    <a:lnTo>
                      <a:pt x="4205287" y="823912"/>
                    </a:lnTo>
                    <a:lnTo>
                      <a:pt x="4098925" y="806450"/>
                    </a:lnTo>
                    <a:close/>
                    <a:moveTo>
                      <a:pt x="3170238" y="33337"/>
                    </a:moveTo>
                    <a:lnTo>
                      <a:pt x="3294063" y="806450"/>
                    </a:lnTo>
                    <a:lnTo>
                      <a:pt x="3187700" y="823912"/>
                    </a:lnTo>
                    <a:lnTo>
                      <a:pt x="3063875" y="50800"/>
                    </a:lnTo>
                    <a:close/>
                    <a:moveTo>
                      <a:pt x="4030663" y="12700"/>
                    </a:moveTo>
                    <a:lnTo>
                      <a:pt x="4137025" y="25400"/>
                    </a:lnTo>
                    <a:lnTo>
                      <a:pt x="4056063" y="803275"/>
                    </a:lnTo>
                    <a:lnTo>
                      <a:pt x="3946525" y="788988"/>
                    </a:lnTo>
                    <a:close/>
                    <a:moveTo>
                      <a:pt x="3360738" y="12700"/>
                    </a:moveTo>
                    <a:lnTo>
                      <a:pt x="3446463" y="788988"/>
                    </a:lnTo>
                    <a:lnTo>
                      <a:pt x="3335338" y="803275"/>
                    </a:lnTo>
                    <a:lnTo>
                      <a:pt x="3255963" y="25400"/>
                    </a:lnTo>
                    <a:close/>
                    <a:moveTo>
                      <a:pt x="3835400" y="0"/>
                    </a:moveTo>
                    <a:lnTo>
                      <a:pt x="3941763" y="7938"/>
                    </a:lnTo>
                    <a:lnTo>
                      <a:pt x="3903663" y="788988"/>
                    </a:lnTo>
                    <a:lnTo>
                      <a:pt x="3794125" y="781050"/>
                    </a:lnTo>
                    <a:close/>
                    <a:moveTo>
                      <a:pt x="3641725" y="0"/>
                    </a:moveTo>
                    <a:lnTo>
                      <a:pt x="3751263" y="0"/>
                    </a:lnTo>
                    <a:lnTo>
                      <a:pt x="3751263" y="781050"/>
                    </a:lnTo>
                    <a:lnTo>
                      <a:pt x="3641725" y="781050"/>
                    </a:lnTo>
                    <a:close/>
                    <a:moveTo>
                      <a:pt x="3556001" y="0"/>
                    </a:moveTo>
                    <a:lnTo>
                      <a:pt x="3598863" y="781050"/>
                    </a:lnTo>
                    <a:lnTo>
                      <a:pt x="3487738" y="788988"/>
                    </a:lnTo>
                    <a:lnTo>
                      <a:pt x="3449638" y="7938"/>
                    </a:lnTo>
                    <a:close/>
                  </a:path>
                </a:pathLst>
              </a:custGeom>
              <a:solidFill>
                <a:sysClr val="windowText" lastClr="000000">
                  <a:lumMod val="75000"/>
                  <a:lumOff val="25000"/>
                </a:sysClr>
              </a:solidFill>
              <a:ln>
                <a:noFill/>
              </a:ln>
            </p:spPr>
            <p:txBody>
              <a:bodyPr vert="horz" wrap="square" lIns="45714" tIns="22857" rIns="45714" bIns="22857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defRPr/>
                </a:pPr>
                <a:endParaRPr lang="en-US" sz="900" kern="0">
                  <a:solidFill>
                    <a:schemeClr val="bg2">
                      <a:lumMod val="40000"/>
                      <a:lumOff val="60000"/>
                    </a:schemeClr>
                  </a:solidFill>
                  <a:cs typeface="CiscoSansTT" panose="020B0503020201020303" pitchFamily="34" charset="0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B684BB6-BAED-BD09-C885-BA3A35100EF1}"/>
                  </a:ext>
                </a:extLst>
              </p:cNvPr>
              <p:cNvSpPr txBox="1"/>
              <p:nvPr/>
            </p:nvSpPr>
            <p:spPr>
              <a:xfrm>
                <a:off x="5629225" y="3267406"/>
                <a:ext cx="821337" cy="249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en-US" sz="900" b="1" kern="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rgbClr val="FF3399">
                          <a:alpha val="24000"/>
                        </a:srgbClr>
                      </a:glow>
                    </a:effectLst>
                    <a:cs typeface="CiscoSansTT" panose="020B0503020201020303" pitchFamily="34" charset="0"/>
                  </a:rPr>
                  <a:t>100%</a:t>
                </a:r>
              </a:p>
            </p:txBody>
          </p:sp>
          <p:sp>
            <p:nvSpPr>
              <p:cNvPr id="27" name="Pie 84">
                <a:extLst>
                  <a:ext uri="{FF2B5EF4-FFF2-40B4-BE49-F238E27FC236}">
                    <a16:creationId xmlns:a16="http://schemas.microsoft.com/office/drawing/2014/main" id="{15DEC109-3A52-6702-DD88-BAE0C80106C7}"/>
                  </a:ext>
                </a:extLst>
              </p:cNvPr>
              <p:cNvSpPr/>
              <p:nvPr/>
            </p:nvSpPr>
            <p:spPr>
              <a:xfrm>
                <a:off x="4923541" y="2526266"/>
                <a:ext cx="2269624" cy="2269624"/>
              </a:xfrm>
              <a:prstGeom prst="arc">
                <a:avLst>
                  <a:gd name="adj1" fmla="val 10670525"/>
                  <a:gd name="adj2" fmla="val 15634"/>
                </a:avLst>
              </a:prstGeom>
              <a:noFill/>
              <a:ln w="139700" cap="rnd" cmpd="sng" algn="ctr">
                <a:solidFill>
                  <a:srgbClr val="0F9ED5"/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US" sz="900" kern="0">
                  <a:solidFill>
                    <a:schemeClr val="bg2">
                      <a:lumMod val="40000"/>
                      <a:lumOff val="60000"/>
                    </a:schemeClr>
                  </a:solidFill>
                  <a:cs typeface="CiscoSansTT" panose="020B0503020201020303" pitchFamily="34" charset="0"/>
                </a:endParaRPr>
              </a:p>
            </p:txBody>
          </p:sp>
        </p:grp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AF11C9C5-4D06-CBE1-9485-39AEBD13BF13}"/>
              </a:ext>
            </a:extLst>
          </p:cNvPr>
          <p:cNvSpPr/>
          <p:nvPr/>
        </p:nvSpPr>
        <p:spPr>
          <a:xfrm>
            <a:off x="3769713" y="4764703"/>
            <a:ext cx="770892" cy="815542"/>
          </a:xfrm>
          <a:prstGeom prst="ellipse">
            <a:avLst/>
          </a:prstGeom>
          <a:solidFill>
            <a:srgbClr val="00B050"/>
          </a:solidFill>
          <a:ln w="19050" cap="flat" cmpd="sng" algn="ctr">
            <a:noFill/>
            <a:prstDash val="solid"/>
            <a:miter lim="800000"/>
          </a:ln>
          <a:effectLst>
            <a:outerShdw blurRad="202654" dist="38100" dir="5400000" algn="t" rotWithShape="0">
              <a:srgbClr val="0F9ED5"/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iscoSansTT"/>
              <a:ea typeface="+mn-ea"/>
              <a:cs typeface="CiscoSansTT" panose="020B0503020201020303" pitchFamily="34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DD5F224-7050-B1A4-F9D5-CFED12AED19E}"/>
              </a:ext>
            </a:extLst>
          </p:cNvPr>
          <p:cNvGrpSpPr/>
          <p:nvPr/>
        </p:nvGrpSpPr>
        <p:grpSpPr>
          <a:xfrm>
            <a:off x="9370723" y="4257948"/>
            <a:ext cx="1881406" cy="2104337"/>
            <a:chOff x="4930934" y="2433724"/>
            <a:chExt cx="2269626" cy="2272599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B1BF3EB-1344-5B8E-1402-39FFDF7BA6A0}"/>
                </a:ext>
              </a:extLst>
            </p:cNvPr>
            <p:cNvSpPr/>
            <p:nvPr/>
          </p:nvSpPr>
          <p:spPr>
            <a:xfrm>
              <a:off x="5632542" y="2980999"/>
              <a:ext cx="880751" cy="880752"/>
            </a:xfrm>
            <a:prstGeom prst="ellipse">
              <a:avLst/>
            </a:prstGeom>
            <a:solidFill>
              <a:srgbClr val="00B050"/>
            </a:solidFill>
            <a:ln w="19050" cap="flat" cmpd="sng" algn="ctr">
              <a:noFill/>
              <a:prstDash val="solid"/>
              <a:miter lim="800000"/>
            </a:ln>
            <a:effectLst>
              <a:outerShdw blurRad="202654" dist="38100" dir="5400000" algn="t" rotWithShape="0">
                <a:srgbClr val="0F9ED5"/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US" sz="900" kern="0">
                <a:solidFill>
                  <a:schemeClr val="bg2">
                    <a:lumMod val="40000"/>
                    <a:lumOff val="60000"/>
                  </a:schemeClr>
                </a:solidFill>
                <a:cs typeface="CiscoSansTT" panose="020B0503020201020303" pitchFamily="34" charset="0"/>
              </a:endParaRPr>
            </a:p>
          </p:txBody>
        </p:sp>
        <p:sp>
          <p:nvSpPr>
            <p:cNvPr id="32" name="Pie 84">
              <a:extLst>
                <a:ext uri="{FF2B5EF4-FFF2-40B4-BE49-F238E27FC236}">
                  <a16:creationId xmlns:a16="http://schemas.microsoft.com/office/drawing/2014/main" id="{44CFE107-6CBD-886F-32E2-8F935F303382}"/>
                </a:ext>
              </a:extLst>
            </p:cNvPr>
            <p:cNvSpPr/>
            <p:nvPr/>
          </p:nvSpPr>
          <p:spPr>
            <a:xfrm>
              <a:off x="4930934" y="2433724"/>
              <a:ext cx="2265461" cy="2269624"/>
            </a:xfrm>
            <a:prstGeom prst="arc">
              <a:avLst>
                <a:gd name="adj1" fmla="val 10885261"/>
                <a:gd name="adj2" fmla="val 21586522"/>
              </a:avLst>
            </a:prstGeom>
            <a:noFill/>
            <a:ln w="139700" cap="rnd" cmpd="sng" algn="ctr">
              <a:solidFill>
                <a:sysClr val="windowText" lastClr="000000">
                  <a:lumMod val="75000"/>
                  <a:lumOff val="25000"/>
                </a:sysClr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sz="900" kern="0">
                <a:solidFill>
                  <a:schemeClr val="bg2">
                    <a:lumMod val="40000"/>
                    <a:lumOff val="60000"/>
                  </a:schemeClr>
                </a:solidFill>
                <a:cs typeface="CiscoSansTT" panose="020B0503020201020303" pitchFamily="34" charset="0"/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E39688F-FA01-A9DC-9EBC-64CFEC709B65}"/>
                </a:ext>
              </a:extLst>
            </p:cNvPr>
            <p:cNvGrpSpPr/>
            <p:nvPr/>
          </p:nvGrpSpPr>
          <p:grpSpPr>
            <a:xfrm>
              <a:off x="4930935" y="2436699"/>
              <a:ext cx="2269625" cy="2269624"/>
              <a:chOff x="4923541" y="2526266"/>
              <a:chExt cx="2269625" cy="2269624"/>
            </a:xfrm>
          </p:grpSpPr>
          <p:sp>
            <p:nvSpPr>
              <p:cNvPr id="34" name="Freeform 140">
                <a:extLst>
                  <a:ext uri="{FF2B5EF4-FFF2-40B4-BE49-F238E27FC236}">
                    <a16:creationId xmlns:a16="http://schemas.microsoft.com/office/drawing/2014/main" id="{3102AEC1-527B-DC1B-D704-35BF3E9032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6585" y="2629426"/>
                <a:ext cx="2037879" cy="994215"/>
              </a:xfrm>
              <a:custGeom>
                <a:avLst/>
                <a:gdLst>
                  <a:gd name="connsiteX0" fmla="*/ 7388225 w 7392987"/>
                  <a:gd name="connsiteY0" fmla="*/ 3457575 h 3606800"/>
                  <a:gd name="connsiteX1" fmla="*/ 7392987 w 7392987"/>
                  <a:gd name="connsiteY1" fmla="*/ 3568700 h 3606800"/>
                  <a:gd name="connsiteX2" fmla="*/ 6611939 w 7392987"/>
                  <a:gd name="connsiteY2" fmla="*/ 3606800 h 3606800"/>
                  <a:gd name="connsiteX3" fmla="*/ 6608763 w 7392987"/>
                  <a:gd name="connsiteY3" fmla="*/ 3500438 h 3606800"/>
                  <a:gd name="connsiteX4" fmla="*/ 4763 w 7392987"/>
                  <a:gd name="connsiteY4" fmla="*/ 3457575 h 3606800"/>
                  <a:gd name="connsiteX5" fmla="*/ 784225 w 7392987"/>
                  <a:gd name="connsiteY5" fmla="*/ 3500438 h 3606800"/>
                  <a:gd name="connsiteX6" fmla="*/ 779463 w 7392987"/>
                  <a:gd name="connsiteY6" fmla="*/ 3606800 h 3606800"/>
                  <a:gd name="connsiteX7" fmla="*/ 0 w 7392987"/>
                  <a:gd name="connsiteY7" fmla="*/ 3568700 h 3606800"/>
                  <a:gd name="connsiteX8" fmla="*/ 7370763 w 7392987"/>
                  <a:gd name="connsiteY8" fmla="*/ 3267075 h 3606800"/>
                  <a:gd name="connsiteX9" fmla="*/ 7383463 w 7392987"/>
                  <a:gd name="connsiteY9" fmla="*/ 3371850 h 3606800"/>
                  <a:gd name="connsiteX10" fmla="*/ 6604001 w 7392987"/>
                  <a:gd name="connsiteY10" fmla="*/ 3452813 h 3606800"/>
                  <a:gd name="connsiteX11" fmla="*/ 6596063 w 7392987"/>
                  <a:gd name="connsiteY11" fmla="*/ 3346450 h 3606800"/>
                  <a:gd name="connsiteX12" fmla="*/ 20638 w 7392987"/>
                  <a:gd name="connsiteY12" fmla="*/ 3267075 h 3606800"/>
                  <a:gd name="connsiteX13" fmla="*/ 796926 w 7392987"/>
                  <a:gd name="connsiteY13" fmla="*/ 3346450 h 3606800"/>
                  <a:gd name="connsiteX14" fmla="*/ 788989 w 7392987"/>
                  <a:gd name="connsiteY14" fmla="*/ 3452813 h 3606800"/>
                  <a:gd name="connsiteX15" fmla="*/ 7938 w 7392987"/>
                  <a:gd name="connsiteY15" fmla="*/ 3371850 h 3606800"/>
                  <a:gd name="connsiteX16" fmla="*/ 7342187 w 7392987"/>
                  <a:gd name="connsiteY16" fmla="*/ 3070225 h 3606800"/>
                  <a:gd name="connsiteX17" fmla="*/ 7358063 w 7392987"/>
                  <a:gd name="connsiteY17" fmla="*/ 3181350 h 3606800"/>
                  <a:gd name="connsiteX18" fmla="*/ 6586539 w 7392987"/>
                  <a:gd name="connsiteY18" fmla="*/ 3305175 h 3606800"/>
                  <a:gd name="connsiteX19" fmla="*/ 6570663 w 7392987"/>
                  <a:gd name="connsiteY19" fmla="*/ 3194050 h 3606800"/>
                  <a:gd name="connsiteX20" fmla="*/ 50801 w 7392987"/>
                  <a:gd name="connsiteY20" fmla="*/ 3070225 h 3606800"/>
                  <a:gd name="connsiteX21" fmla="*/ 822326 w 7392987"/>
                  <a:gd name="connsiteY21" fmla="*/ 3194050 h 3606800"/>
                  <a:gd name="connsiteX22" fmla="*/ 804863 w 7392987"/>
                  <a:gd name="connsiteY22" fmla="*/ 3305175 h 3606800"/>
                  <a:gd name="connsiteX23" fmla="*/ 33338 w 7392987"/>
                  <a:gd name="connsiteY23" fmla="*/ 3181350 h 3606800"/>
                  <a:gd name="connsiteX24" fmla="*/ 7304087 w 7392987"/>
                  <a:gd name="connsiteY24" fmla="*/ 2884487 h 3606800"/>
                  <a:gd name="connsiteX25" fmla="*/ 7329487 w 7392987"/>
                  <a:gd name="connsiteY25" fmla="*/ 2990850 h 3606800"/>
                  <a:gd name="connsiteX26" fmla="*/ 6561137 w 7392987"/>
                  <a:gd name="connsiteY26" fmla="*/ 3151187 h 3606800"/>
                  <a:gd name="connsiteX27" fmla="*/ 6540499 w 7392987"/>
                  <a:gd name="connsiteY27" fmla="*/ 3044824 h 3606800"/>
                  <a:gd name="connsiteX28" fmla="*/ 88900 w 7392987"/>
                  <a:gd name="connsiteY28" fmla="*/ 2884487 h 3606800"/>
                  <a:gd name="connsiteX29" fmla="*/ 852488 w 7392987"/>
                  <a:gd name="connsiteY29" fmla="*/ 3044824 h 3606800"/>
                  <a:gd name="connsiteX30" fmla="*/ 830263 w 7392987"/>
                  <a:gd name="connsiteY30" fmla="*/ 3151187 h 3606800"/>
                  <a:gd name="connsiteX31" fmla="*/ 63500 w 7392987"/>
                  <a:gd name="connsiteY31" fmla="*/ 2990850 h 3606800"/>
                  <a:gd name="connsiteX32" fmla="*/ 7256463 w 7392987"/>
                  <a:gd name="connsiteY32" fmla="*/ 2692400 h 3606800"/>
                  <a:gd name="connsiteX33" fmla="*/ 7286625 w 7392987"/>
                  <a:gd name="connsiteY33" fmla="*/ 2798762 h 3606800"/>
                  <a:gd name="connsiteX34" fmla="*/ 6527799 w 7392987"/>
                  <a:gd name="connsiteY34" fmla="*/ 3003550 h 3606800"/>
                  <a:gd name="connsiteX35" fmla="*/ 6502399 w 7392987"/>
                  <a:gd name="connsiteY35" fmla="*/ 2897188 h 3606800"/>
                  <a:gd name="connsiteX36" fmla="*/ 134938 w 7392987"/>
                  <a:gd name="connsiteY36" fmla="*/ 2692400 h 3606800"/>
                  <a:gd name="connsiteX37" fmla="*/ 890588 w 7392987"/>
                  <a:gd name="connsiteY37" fmla="*/ 2897188 h 3606800"/>
                  <a:gd name="connsiteX38" fmla="*/ 865188 w 7392987"/>
                  <a:gd name="connsiteY38" fmla="*/ 3003550 h 3606800"/>
                  <a:gd name="connsiteX39" fmla="*/ 106363 w 7392987"/>
                  <a:gd name="connsiteY39" fmla="*/ 2798762 h 3606800"/>
                  <a:gd name="connsiteX40" fmla="*/ 7197725 w 7392987"/>
                  <a:gd name="connsiteY40" fmla="*/ 2509837 h 3606800"/>
                  <a:gd name="connsiteX41" fmla="*/ 7231063 w 7392987"/>
                  <a:gd name="connsiteY41" fmla="*/ 2611437 h 3606800"/>
                  <a:gd name="connsiteX42" fmla="*/ 6489701 w 7392987"/>
                  <a:gd name="connsiteY42" fmla="*/ 2854325 h 3606800"/>
                  <a:gd name="connsiteX43" fmla="*/ 6454775 w 7392987"/>
                  <a:gd name="connsiteY43" fmla="*/ 2752725 h 3606800"/>
                  <a:gd name="connsiteX44" fmla="*/ 195263 w 7392987"/>
                  <a:gd name="connsiteY44" fmla="*/ 2509837 h 3606800"/>
                  <a:gd name="connsiteX45" fmla="*/ 936626 w 7392987"/>
                  <a:gd name="connsiteY45" fmla="*/ 2752725 h 3606800"/>
                  <a:gd name="connsiteX46" fmla="*/ 903289 w 7392987"/>
                  <a:gd name="connsiteY46" fmla="*/ 2854325 h 3606800"/>
                  <a:gd name="connsiteX47" fmla="*/ 160338 w 7392987"/>
                  <a:gd name="connsiteY47" fmla="*/ 2611437 h 3606800"/>
                  <a:gd name="connsiteX48" fmla="*/ 7129463 w 7392987"/>
                  <a:gd name="connsiteY48" fmla="*/ 2327275 h 3606800"/>
                  <a:gd name="connsiteX49" fmla="*/ 7172325 w 7392987"/>
                  <a:gd name="connsiteY49" fmla="*/ 2428875 h 3606800"/>
                  <a:gd name="connsiteX50" fmla="*/ 6438899 w 7392987"/>
                  <a:gd name="connsiteY50" fmla="*/ 2709863 h 3606800"/>
                  <a:gd name="connsiteX51" fmla="*/ 6400799 w 7392987"/>
                  <a:gd name="connsiteY51" fmla="*/ 2608263 h 3606800"/>
                  <a:gd name="connsiteX52" fmla="*/ 261938 w 7392987"/>
                  <a:gd name="connsiteY52" fmla="*/ 2327275 h 3606800"/>
                  <a:gd name="connsiteX53" fmla="*/ 992188 w 7392987"/>
                  <a:gd name="connsiteY53" fmla="*/ 2608263 h 3606800"/>
                  <a:gd name="connsiteX54" fmla="*/ 954088 w 7392987"/>
                  <a:gd name="connsiteY54" fmla="*/ 2709863 h 3606800"/>
                  <a:gd name="connsiteX55" fmla="*/ 220663 w 7392987"/>
                  <a:gd name="connsiteY55" fmla="*/ 2428875 h 3606800"/>
                  <a:gd name="connsiteX56" fmla="*/ 7053263 w 7392987"/>
                  <a:gd name="connsiteY56" fmla="*/ 2149475 h 3606800"/>
                  <a:gd name="connsiteX57" fmla="*/ 7099299 w 7392987"/>
                  <a:gd name="connsiteY57" fmla="*/ 2246312 h 3606800"/>
                  <a:gd name="connsiteX58" fmla="*/ 6383337 w 7392987"/>
                  <a:gd name="connsiteY58" fmla="*/ 2565400 h 3606800"/>
                  <a:gd name="connsiteX59" fmla="*/ 6340475 w 7392987"/>
                  <a:gd name="connsiteY59" fmla="*/ 2468562 h 3606800"/>
                  <a:gd name="connsiteX60" fmla="*/ 338137 w 7392987"/>
                  <a:gd name="connsiteY60" fmla="*/ 2149475 h 3606800"/>
                  <a:gd name="connsiteX61" fmla="*/ 1050925 w 7392987"/>
                  <a:gd name="connsiteY61" fmla="*/ 2468562 h 3606800"/>
                  <a:gd name="connsiteX62" fmla="*/ 1008063 w 7392987"/>
                  <a:gd name="connsiteY62" fmla="*/ 2565400 h 3606800"/>
                  <a:gd name="connsiteX63" fmla="*/ 292100 w 7392987"/>
                  <a:gd name="connsiteY63" fmla="*/ 2246312 h 3606800"/>
                  <a:gd name="connsiteX64" fmla="*/ 6969125 w 7392987"/>
                  <a:gd name="connsiteY64" fmla="*/ 1974850 h 3606800"/>
                  <a:gd name="connsiteX65" fmla="*/ 7019925 w 7392987"/>
                  <a:gd name="connsiteY65" fmla="*/ 2073275 h 3606800"/>
                  <a:gd name="connsiteX66" fmla="*/ 6319837 w 7392987"/>
                  <a:gd name="connsiteY66" fmla="*/ 2425700 h 3606800"/>
                  <a:gd name="connsiteX67" fmla="*/ 6273799 w 7392987"/>
                  <a:gd name="connsiteY67" fmla="*/ 2332038 h 3606800"/>
                  <a:gd name="connsiteX68" fmla="*/ 423863 w 7392987"/>
                  <a:gd name="connsiteY68" fmla="*/ 1974850 h 3606800"/>
                  <a:gd name="connsiteX69" fmla="*/ 1119188 w 7392987"/>
                  <a:gd name="connsiteY69" fmla="*/ 2332038 h 3606800"/>
                  <a:gd name="connsiteX70" fmla="*/ 1071563 w 7392987"/>
                  <a:gd name="connsiteY70" fmla="*/ 2425700 h 3606800"/>
                  <a:gd name="connsiteX71" fmla="*/ 373063 w 7392987"/>
                  <a:gd name="connsiteY71" fmla="*/ 2073275 h 3606800"/>
                  <a:gd name="connsiteX72" fmla="*/ 6875463 w 7392987"/>
                  <a:gd name="connsiteY72" fmla="*/ 1804987 h 3606800"/>
                  <a:gd name="connsiteX73" fmla="*/ 6926263 w 7392987"/>
                  <a:gd name="connsiteY73" fmla="*/ 1898650 h 3606800"/>
                  <a:gd name="connsiteX74" fmla="*/ 6251575 w 7392987"/>
                  <a:gd name="connsiteY74" fmla="*/ 2289175 h 3606800"/>
                  <a:gd name="connsiteX75" fmla="*/ 6197599 w 7392987"/>
                  <a:gd name="connsiteY75" fmla="*/ 2195512 h 3606800"/>
                  <a:gd name="connsiteX76" fmla="*/ 517525 w 7392987"/>
                  <a:gd name="connsiteY76" fmla="*/ 1804987 h 3606800"/>
                  <a:gd name="connsiteX77" fmla="*/ 1195388 w 7392987"/>
                  <a:gd name="connsiteY77" fmla="*/ 2195512 h 3606800"/>
                  <a:gd name="connsiteX78" fmla="*/ 1139825 w 7392987"/>
                  <a:gd name="connsiteY78" fmla="*/ 2289175 h 3606800"/>
                  <a:gd name="connsiteX79" fmla="*/ 466725 w 7392987"/>
                  <a:gd name="connsiteY79" fmla="*/ 1898650 h 3606800"/>
                  <a:gd name="connsiteX80" fmla="*/ 6769101 w 7392987"/>
                  <a:gd name="connsiteY80" fmla="*/ 1639887 h 3606800"/>
                  <a:gd name="connsiteX81" fmla="*/ 6827839 w 7392987"/>
                  <a:gd name="connsiteY81" fmla="*/ 1733550 h 3606800"/>
                  <a:gd name="connsiteX82" fmla="*/ 6175375 w 7392987"/>
                  <a:gd name="connsiteY82" fmla="*/ 2157412 h 3606800"/>
                  <a:gd name="connsiteX83" fmla="*/ 6116639 w 7392987"/>
                  <a:gd name="connsiteY83" fmla="*/ 2068512 h 3606800"/>
                  <a:gd name="connsiteX84" fmla="*/ 622301 w 7392987"/>
                  <a:gd name="connsiteY84" fmla="*/ 1639887 h 3606800"/>
                  <a:gd name="connsiteX85" fmla="*/ 1276351 w 7392987"/>
                  <a:gd name="connsiteY85" fmla="*/ 2068512 h 3606800"/>
                  <a:gd name="connsiteX86" fmla="*/ 1216026 w 7392987"/>
                  <a:gd name="connsiteY86" fmla="*/ 2157412 h 3606800"/>
                  <a:gd name="connsiteX87" fmla="*/ 563563 w 7392987"/>
                  <a:gd name="connsiteY87" fmla="*/ 1733550 h 3606800"/>
                  <a:gd name="connsiteX88" fmla="*/ 6659563 w 7392987"/>
                  <a:gd name="connsiteY88" fmla="*/ 1482725 h 3606800"/>
                  <a:gd name="connsiteX89" fmla="*/ 6723063 w 7392987"/>
                  <a:gd name="connsiteY89" fmla="*/ 1571625 h 3606800"/>
                  <a:gd name="connsiteX90" fmla="*/ 6091238 w 7392987"/>
                  <a:gd name="connsiteY90" fmla="*/ 2030413 h 3606800"/>
                  <a:gd name="connsiteX91" fmla="*/ 6027738 w 7392987"/>
                  <a:gd name="connsiteY91" fmla="*/ 1944688 h 3606800"/>
                  <a:gd name="connsiteX92" fmla="*/ 733425 w 7392987"/>
                  <a:gd name="connsiteY92" fmla="*/ 1482725 h 3606800"/>
                  <a:gd name="connsiteX93" fmla="*/ 1365250 w 7392987"/>
                  <a:gd name="connsiteY93" fmla="*/ 1944688 h 3606800"/>
                  <a:gd name="connsiteX94" fmla="*/ 1301750 w 7392987"/>
                  <a:gd name="connsiteY94" fmla="*/ 2030413 h 3606800"/>
                  <a:gd name="connsiteX95" fmla="*/ 669925 w 7392987"/>
                  <a:gd name="connsiteY95" fmla="*/ 1571625 h 3606800"/>
                  <a:gd name="connsiteX96" fmla="*/ 6535739 w 7392987"/>
                  <a:gd name="connsiteY96" fmla="*/ 1328737 h 3606800"/>
                  <a:gd name="connsiteX97" fmla="*/ 6604001 w 7392987"/>
                  <a:gd name="connsiteY97" fmla="*/ 1414462 h 3606800"/>
                  <a:gd name="connsiteX98" fmla="*/ 5997576 w 7392987"/>
                  <a:gd name="connsiteY98" fmla="*/ 1906587 h 3606800"/>
                  <a:gd name="connsiteX99" fmla="*/ 5929313 w 7392987"/>
                  <a:gd name="connsiteY99" fmla="*/ 1822450 h 3606800"/>
                  <a:gd name="connsiteX100" fmla="*/ 855663 w 7392987"/>
                  <a:gd name="connsiteY100" fmla="*/ 1328737 h 3606800"/>
                  <a:gd name="connsiteX101" fmla="*/ 1462088 w 7392987"/>
                  <a:gd name="connsiteY101" fmla="*/ 1822450 h 3606800"/>
                  <a:gd name="connsiteX102" fmla="*/ 1393825 w 7392987"/>
                  <a:gd name="connsiteY102" fmla="*/ 1906587 h 3606800"/>
                  <a:gd name="connsiteX103" fmla="*/ 788988 w 7392987"/>
                  <a:gd name="connsiteY103" fmla="*/ 1414462 h 3606800"/>
                  <a:gd name="connsiteX104" fmla="*/ 6408739 w 7392987"/>
                  <a:gd name="connsiteY104" fmla="*/ 1184275 h 3606800"/>
                  <a:gd name="connsiteX105" fmla="*/ 6481763 w 7392987"/>
                  <a:gd name="connsiteY105" fmla="*/ 1265238 h 3606800"/>
                  <a:gd name="connsiteX106" fmla="*/ 5900738 w 7392987"/>
                  <a:gd name="connsiteY106" fmla="*/ 1787525 h 3606800"/>
                  <a:gd name="connsiteX107" fmla="*/ 5827713 w 7392987"/>
                  <a:gd name="connsiteY107" fmla="*/ 1706562 h 3606800"/>
                  <a:gd name="connsiteX108" fmla="*/ 982663 w 7392987"/>
                  <a:gd name="connsiteY108" fmla="*/ 1184275 h 3606800"/>
                  <a:gd name="connsiteX109" fmla="*/ 1563688 w 7392987"/>
                  <a:gd name="connsiteY109" fmla="*/ 1706562 h 3606800"/>
                  <a:gd name="connsiteX110" fmla="*/ 1492250 w 7392987"/>
                  <a:gd name="connsiteY110" fmla="*/ 1787525 h 3606800"/>
                  <a:gd name="connsiteX111" fmla="*/ 911225 w 7392987"/>
                  <a:gd name="connsiteY111" fmla="*/ 1265238 h 3606800"/>
                  <a:gd name="connsiteX112" fmla="*/ 6273801 w 7392987"/>
                  <a:gd name="connsiteY112" fmla="*/ 1044575 h 3606800"/>
                  <a:gd name="connsiteX113" fmla="*/ 6350001 w 7392987"/>
                  <a:gd name="connsiteY113" fmla="*/ 1120775 h 3606800"/>
                  <a:gd name="connsiteX114" fmla="*/ 5799138 w 7392987"/>
                  <a:gd name="connsiteY114" fmla="*/ 1677988 h 3606800"/>
                  <a:gd name="connsiteX115" fmla="*/ 5722938 w 7392987"/>
                  <a:gd name="connsiteY115" fmla="*/ 1601788 h 3606800"/>
                  <a:gd name="connsiteX116" fmla="*/ 1119188 w 7392987"/>
                  <a:gd name="connsiteY116" fmla="*/ 1044575 h 3606800"/>
                  <a:gd name="connsiteX117" fmla="*/ 1670051 w 7392987"/>
                  <a:gd name="connsiteY117" fmla="*/ 1601788 h 3606800"/>
                  <a:gd name="connsiteX118" fmla="*/ 1593851 w 7392987"/>
                  <a:gd name="connsiteY118" fmla="*/ 1677988 h 3606800"/>
                  <a:gd name="connsiteX119" fmla="*/ 1042988 w 7392987"/>
                  <a:gd name="connsiteY119" fmla="*/ 1120775 h 3606800"/>
                  <a:gd name="connsiteX120" fmla="*/ 6134099 w 7392987"/>
                  <a:gd name="connsiteY120" fmla="*/ 912812 h 3606800"/>
                  <a:gd name="connsiteX121" fmla="*/ 6213475 w 7392987"/>
                  <a:gd name="connsiteY121" fmla="*/ 985837 h 3606800"/>
                  <a:gd name="connsiteX122" fmla="*/ 5688013 w 7392987"/>
                  <a:gd name="connsiteY122" fmla="*/ 1566862 h 3606800"/>
                  <a:gd name="connsiteX123" fmla="*/ 5607050 w 7392987"/>
                  <a:gd name="connsiteY123" fmla="*/ 1495424 h 3606800"/>
                  <a:gd name="connsiteX124" fmla="*/ 1258887 w 7392987"/>
                  <a:gd name="connsiteY124" fmla="*/ 912812 h 3606800"/>
                  <a:gd name="connsiteX125" fmla="*/ 1784350 w 7392987"/>
                  <a:gd name="connsiteY125" fmla="*/ 1495424 h 3606800"/>
                  <a:gd name="connsiteX126" fmla="*/ 1703387 w 7392987"/>
                  <a:gd name="connsiteY126" fmla="*/ 1566862 h 3606800"/>
                  <a:gd name="connsiteX127" fmla="*/ 1177925 w 7392987"/>
                  <a:gd name="connsiteY127" fmla="*/ 985837 h 3606800"/>
                  <a:gd name="connsiteX128" fmla="*/ 5980113 w 7392987"/>
                  <a:gd name="connsiteY128" fmla="*/ 788987 h 3606800"/>
                  <a:gd name="connsiteX129" fmla="*/ 6065838 w 7392987"/>
                  <a:gd name="connsiteY129" fmla="*/ 857250 h 3606800"/>
                  <a:gd name="connsiteX130" fmla="*/ 5573713 w 7392987"/>
                  <a:gd name="connsiteY130" fmla="*/ 1470025 h 3606800"/>
                  <a:gd name="connsiteX131" fmla="*/ 5489575 w 7392987"/>
                  <a:gd name="connsiteY131" fmla="*/ 1397000 h 3606800"/>
                  <a:gd name="connsiteX132" fmla="*/ 1411288 w 7392987"/>
                  <a:gd name="connsiteY132" fmla="*/ 788987 h 3606800"/>
                  <a:gd name="connsiteX133" fmla="*/ 1903413 w 7392987"/>
                  <a:gd name="connsiteY133" fmla="*/ 1397000 h 3606800"/>
                  <a:gd name="connsiteX134" fmla="*/ 1817688 w 7392987"/>
                  <a:gd name="connsiteY134" fmla="*/ 1470025 h 3606800"/>
                  <a:gd name="connsiteX135" fmla="*/ 1327150 w 7392987"/>
                  <a:gd name="connsiteY135" fmla="*/ 857250 h 3606800"/>
                  <a:gd name="connsiteX136" fmla="*/ 5827713 w 7392987"/>
                  <a:gd name="connsiteY136" fmla="*/ 674687 h 3606800"/>
                  <a:gd name="connsiteX137" fmla="*/ 5913438 w 7392987"/>
                  <a:gd name="connsiteY137" fmla="*/ 738187 h 3606800"/>
                  <a:gd name="connsiteX138" fmla="*/ 5454650 w 7392987"/>
                  <a:gd name="connsiteY138" fmla="*/ 1371600 h 3606800"/>
                  <a:gd name="connsiteX139" fmla="*/ 5365750 w 7392987"/>
                  <a:gd name="connsiteY139" fmla="*/ 1308100 h 3606800"/>
                  <a:gd name="connsiteX140" fmla="*/ 1563687 w 7392987"/>
                  <a:gd name="connsiteY140" fmla="*/ 674687 h 3606800"/>
                  <a:gd name="connsiteX141" fmla="*/ 2025650 w 7392987"/>
                  <a:gd name="connsiteY141" fmla="*/ 1308100 h 3606800"/>
                  <a:gd name="connsiteX142" fmla="*/ 1936750 w 7392987"/>
                  <a:gd name="connsiteY142" fmla="*/ 1371600 h 3606800"/>
                  <a:gd name="connsiteX143" fmla="*/ 1479550 w 7392987"/>
                  <a:gd name="connsiteY143" fmla="*/ 738187 h 3606800"/>
                  <a:gd name="connsiteX144" fmla="*/ 5667375 w 7392987"/>
                  <a:gd name="connsiteY144" fmla="*/ 568325 h 3606800"/>
                  <a:gd name="connsiteX145" fmla="*/ 5756275 w 7392987"/>
                  <a:gd name="connsiteY145" fmla="*/ 623888 h 3606800"/>
                  <a:gd name="connsiteX146" fmla="*/ 5332413 w 7392987"/>
                  <a:gd name="connsiteY146" fmla="*/ 1282700 h 3606800"/>
                  <a:gd name="connsiteX147" fmla="*/ 5238750 w 7392987"/>
                  <a:gd name="connsiteY147" fmla="*/ 1222375 h 3606800"/>
                  <a:gd name="connsiteX148" fmla="*/ 1725613 w 7392987"/>
                  <a:gd name="connsiteY148" fmla="*/ 568325 h 3606800"/>
                  <a:gd name="connsiteX149" fmla="*/ 2152651 w 7392987"/>
                  <a:gd name="connsiteY149" fmla="*/ 1222375 h 3606800"/>
                  <a:gd name="connsiteX150" fmla="*/ 2060576 w 7392987"/>
                  <a:gd name="connsiteY150" fmla="*/ 1282700 h 3606800"/>
                  <a:gd name="connsiteX151" fmla="*/ 1636713 w 7392987"/>
                  <a:gd name="connsiteY151" fmla="*/ 623888 h 3606800"/>
                  <a:gd name="connsiteX152" fmla="*/ 5497513 w 7392987"/>
                  <a:gd name="connsiteY152" fmla="*/ 466725 h 3606800"/>
                  <a:gd name="connsiteX153" fmla="*/ 5594351 w 7392987"/>
                  <a:gd name="connsiteY153" fmla="*/ 522288 h 3606800"/>
                  <a:gd name="connsiteX154" fmla="*/ 5200651 w 7392987"/>
                  <a:gd name="connsiteY154" fmla="*/ 1201738 h 3606800"/>
                  <a:gd name="connsiteX155" fmla="*/ 5106988 w 7392987"/>
                  <a:gd name="connsiteY155" fmla="*/ 1146175 h 3606800"/>
                  <a:gd name="connsiteX156" fmla="*/ 1893888 w 7392987"/>
                  <a:gd name="connsiteY156" fmla="*/ 466725 h 3606800"/>
                  <a:gd name="connsiteX157" fmla="*/ 2284413 w 7392987"/>
                  <a:gd name="connsiteY157" fmla="*/ 1146175 h 3606800"/>
                  <a:gd name="connsiteX158" fmla="*/ 2190750 w 7392987"/>
                  <a:gd name="connsiteY158" fmla="*/ 1201738 h 3606800"/>
                  <a:gd name="connsiteX159" fmla="*/ 1797050 w 7392987"/>
                  <a:gd name="connsiteY159" fmla="*/ 522288 h 3606800"/>
                  <a:gd name="connsiteX160" fmla="*/ 5327650 w 7392987"/>
                  <a:gd name="connsiteY160" fmla="*/ 377825 h 3606800"/>
                  <a:gd name="connsiteX161" fmla="*/ 5426075 w 7392987"/>
                  <a:gd name="connsiteY161" fmla="*/ 428625 h 3606800"/>
                  <a:gd name="connsiteX162" fmla="*/ 5068887 w 7392987"/>
                  <a:gd name="connsiteY162" fmla="*/ 1125538 h 3606800"/>
                  <a:gd name="connsiteX163" fmla="*/ 4972050 w 7392987"/>
                  <a:gd name="connsiteY163" fmla="*/ 1074738 h 3606800"/>
                  <a:gd name="connsiteX164" fmla="*/ 2063751 w 7392987"/>
                  <a:gd name="connsiteY164" fmla="*/ 377825 h 3606800"/>
                  <a:gd name="connsiteX165" fmla="*/ 2420938 w 7392987"/>
                  <a:gd name="connsiteY165" fmla="*/ 1074738 h 3606800"/>
                  <a:gd name="connsiteX166" fmla="*/ 2322513 w 7392987"/>
                  <a:gd name="connsiteY166" fmla="*/ 1125538 h 3606800"/>
                  <a:gd name="connsiteX167" fmla="*/ 1966913 w 7392987"/>
                  <a:gd name="connsiteY167" fmla="*/ 428625 h 3606800"/>
                  <a:gd name="connsiteX168" fmla="*/ 5149850 w 7392987"/>
                  <a:gd name="connsiteY168" fmla="*/ 296862 h 3606800"/>
                  <a:gd name="connsiteX169" fmla="*/ 5251450 w 7392987"/>
                  <a:gd name="connsiteY169" fmla="*/ 339725 h 3606800"/>
                  <a:gd name="connsiteX170" fmla="*/ 4933950 w 7392987"/>
                  <a:gd name="connsiteY170" fmla="*/ 1057275 h 3606800"/>
                  <a:gd name="connsiteX171" fmla="*/ 4832350 w 7392987"/>
                  <a:gd name="connsiteY171" fmla="*/ 1011238 h 3606800"/>
                  <a:gd name="connsiteX172" fmla="*/ 2241550 w 7392987"/>
                  <a:gd name="connsiteY172" fmla="*/ 296862 h 3606800"/>
                  <a:gd name="connsiteX173" fmla="*/ 2560638 w 7392987"/>
                  <a:gd name="connsiteY173" fmla="*/ 1011238 h 3606800"/>
                  <a:gd name="connsiteX174" fmla="*/ 2459038 w 7392987"/>
                  <a:gd name="connsiteY174" fmla="*/ 1057275 h 3606800"/>
                  <a:gd name="connsiteX175" fmla="*/ 2139950 w 7392987"/>
                  <a:gd name="connsiteY175" fmla="*/ 339725 h 3606800"/>
                  <a:gd name="connsiteX176" fmla="*/ 4972050 w 7392987"/>
                  <a:gd name="connsiteY176" fmla="*/ 225425 h 3606800"/>
                  <a:gd name="connsiteX177" fmla="*/ 5073650 w 7392987"/>
                  <a:gd name="connsiteY177" fmla="*/ 263525 h 3606800"/>
                  <a:gd name="connsiteX178" fmla="*/ 4794250 w 7392987"/>
                  <a:gd name="connsiteY178" fmla="*/ 993775 h 3606800"/>
                  <a:gd name="connsiteX179" fmla="*/ 4692650 w 7392987"/>
                  <a:gd name="connsiteY179" fmla="*/ 955675 h 3606800"/>
                  <a:gd name="connsiteX180" fmla="*/ 2420938 w 7392987"/>
                  <a:gd name="connsiteY180" fmla="*/ 225425 h 3606800"/>
                  <a:gd name="connsiteX181" fmla="*/ 2700338 w 7392987"/>
                  <a:gd name="connsiteY181" fmla="*/ 955675 h 3606800"/>
                  <a:gd name="connsiteX182" fmla="*/ 2598738 w 7392987"/>
                  <a:gd name="connsiteY182" fmla="*/ 993775 h 3606800"/>
                  <a:gd name="connsiteX183" fmla="*/ 2317750 w 7392987"/>
                  <a:gd name="connsiteY183" fmla="*/ 263525 h 3606800"/>
                  <a:gd name="connsiteX184" fmla="*/ 4789488 w 7392987"/>
                  <a:gd name="connsiteY184" fmla="*/ 160337 h 3606800"/>
                  <a:gd name="connsiteX185" fmla="*/ 4891088 w 7392987"/>
                  <a:gd name="connsiteY185" fmla="*/ 195262 h 3606800"/>
                  <a:gd name="connsiteX186" fmla="*/ 4649788 w 7392987"/>
                  <a:gd name="connsiteY186" fmla="*/ 942975 h 3606800"/>
                  <a:gd name="connsiteX187" fmla="*/ 4548188 w 7392987"/>
                  <a:gd name="connsiteY187" fmla="*/ 908050 h 3606800"/>
                  <a:gd name="connsiteX188" fmla="*/ 2601913 w 7392987"/>
                  <a:gd name="connsiteY188" fmla="*/ 160337 h 3606800"/>
                  <a:gd name="connsiteX189" fmla="*/ 2844801 w 7392987"/>
                  <a:gd name="connsiteY189" fmla="*/ 908050 h 3606800"/>
                  <a:gd name="connsiteX190" fmla="*/ 2741613 w 7392987"/>
                  <a:gd name="connsiteY190" fmla="*/ 942975 h 3606800"/>
                  <a:gd name="connsiteX191" fmla="*/ 2500313 w 7392987"/>
                  <a:gd name="connsiteY191" fmla="*/ 195262 h 3606800"/>
                  <a:gd name="connsiteX192" fmla="*/ 4603751 w 7392987"/>
                  <a:gd name="connsiteY192" fmla="*/ 109537 h 3606800"/>
                  <a:gd name="connsiteX193" fmla="*/ 4705351 w 7392987"/>
                  <a:gd name="connsiteY193" fmla="*/ 139700 h 3606800"/>
                  <a:gd name="connsiteX194" fmla="*/ 4505326 w 7392987"/>
                  <a:gd name="connsiteY194" fmla="*/ 895350 h 3606800"/>
                  <a:gd name="connsiteX195" fmla="*/ 4398963 w 7392987"/>
                  <a:gd name="connsiteY195" fmla="*/ 866775 h 3606800"/>
                  <a:gd name="connsiteX196" fmla="*/ 2789238 w 7392987"/>
                  <a:gd name="connsiteY196" fmla="*/ 109537 h 3606800"/>
                  <a:gd name="connsiteX197" fmla="*/ 2992438 w 7392987"/>
                  <a:gd name="connsiteY197" fmla="*/ 866775 h 3606800"/>
                  <a:gd name="connsiteX198" fmla="*/ 2886075 w 7392987"/>
                  <a:gd name="connsiteY198" fmla="*/ 895350 h 3606800"/>
                  <a:gd name="connsiteX199" fmla="*/ 2687638 w 7392987"/>
                  <a:gd name="connsiteY199" fmla="*/ 139700 h 3606800"/>
                  <a:gd name="connsiteX200" fmla="*/ 4411663 w 7392987"/>
                  <a:gd name="connsiteY200" fmla="*/ 68262 h 3606800"/>
                  <a:gd name="connsiteX201" fmla="*/ 4518025 w 7392987"/>
                  <a:gd name="connsiteY201" fmla="*/ 88900 h 3606800"/>
                  <a:gd name="connsiteX202" fmla="*/ 4357687 w 7392987"/>
                  <a:gd name="connsiteY202" fmla="*/ 857250 h 3606800"/>
                  <a:gd name="connsiteX203" fmla="*/ 4251325 w 7392987"/>
                  <a:gd name="connsiteY203" fmla="*/ 831850 h 3606800"/>
                  <a:gd name="connsiteX204" fmla="*/ 2979737 w 7392987"/>
                  <a:gd name="connsiteY204" fmla="*/ 68262 h 3606800"/>
                  <a:gd name="connsiteX205" fmla="*/ 3140075 w 7392987"/>
                  <a:gd name="connsiteY205" fmla="*/ 831850 h 3606800"/>
                  <a:gd name="connsiteX206" fmla="*/ 3035300 w 7392987"/>
                  <a:gd name="connsiteY206" fmla="*/ 857250 h 3606800"/>
                  <a:gd name="connsiteX207" fmla="*/ 2873375 w 7392987"/>
                  <a:gd name="connsiteY207" fmla="*/ 88900 h 3606800"/>
                  <a:gd name="connsiteX208" fmla="*/ 4221163 w 7392987"/>
                  <a:gd name="connsiteY208" fmla="*/ 33337 h 3606800"/>
                  <a:gd name="connsiteX209" fmla="*/ 4327525 w 7392987"/>
                  <a:gd name="connsiteY209" fmla="*/ 50800 h 3606800"/>
                  <a:gd name="connsiteX210" fmla="*/ 4205287 w 7392987"/>
                  <a:gd name="connsiteY210" fmla="*/ 823912 h 3606800"/>
                  <a:gd name="connsiteX211" fmla="*/ 4098925 w 7392987"/>
                  <a:gd name="connsiteY211" fmla="*/ 806450 h 3606800"/>
                  <a:gd name="connsiteX212" fmla="*/ 3170238 w 7392987"/>
                  <a:gd name="connsiteY212" fmla="*/ 33337 h 3606800"/>
                  <a:gd name="connsiteX213" fmla="*/ 3294063 w 7392987"/>
                  <a:gd name="connsiteY213" fmla="*/ 806450 h 3606800"/>
                  <a:gd name="connsiteX214" fmla="*/ 3187700 w 7392987"/>
                  <a:gd name="connsiteY214" fmla="*/ 823912 h 3606800"/>
                  <a:gd name="connsiteX215" fmla="*/ 3063875 w 7392987"/>
                  <a:gd name="connsiteY215" fmla="*/ 50800 h 3606800"/>
                  <a:gd name="connsiteX216" fmla="*/ 4030663 w 7392987"/>
                  <a:gd name="connsiteY216" fmla="*/ 12700 h 3606800"/>
                  <a:gd name="connsiteX217" fmla="*/ 4137025 w 7392987"/>
                  <a:gd name="connsiteY217" fmla="*/ 25400 h 3606800"/>
                  <a:gd name="connsiteX218" fmla="*/ 4056063 w 7392987"/>
                  <a:gd name="connsiteY218" fmla="*/ 803275 h 3606800"/>
                  <a:gd name="connsiteX219" fmla="*/ 3946525 w 7392987"/>
                  <a:gd name="connsiteY219" fmla="*/ 788988 h 3606800"/>
                  <a:gd name="connsiteX220" fmla="*/ 3360738 w 7392987"/>
                  <a:gd name="connsiteY220" fmla="*/ 12700 h 3606800"/>
                  <a:gd name="connsiteX221" fmla="*/ 3446463 w 7392987"/>
                  <a:gd name="connsiteY221" fmla="*/ 788988 h 3606800"/>
                  <a:gd name="connsiteX222" fmla="*/ 3335338 w 7392987"/>
                  <a:gd name="connsiteY222" fmla="*/ 803275 h 3606800"/>
                  <a:gd name="connsiteX223" fmla="*/ 3255963 w 7392987"/>
                  <a:gd name="connsiteY223" fmla="*/ 25400 h 3606800"/>
                  <a:gd name="connsiteX224" fmla="*/ 3835400 w 7392987"/>
                  <a:gd name="connsiteY224" fmla="*/ 0 h 3606800"/>
                  <a:gd name="connsiteX225" fmla="*/ 3941763 w 7392987"/>
                  <a:gd name="connsiteY225" fmla="*/ 7938 h 3606800"/>
                  <a:gd name="connsiteX226" fmla="*/ 3903663 w 7392987"/>
                  <a:gd name="connsiteY226" fmla="*/ 788988 h 3606800"/>
                  <a:gd name="connsiteX227" fmla="*/ 3794125 w 7392987"/>
                  <a:gd name="connsiteY227" fmla="*/ 781050 h 3606800"/>
                  <a:gd name="connsiteX228" fmla="*/ 3641725 w 7392987"/>
                  <a:gd name="connsiteY228" fmla="*/ 0 h 3606800"/>
                  <a:gd name="connsiteX229" fmla="*/ 3751263 w 7392987"/>
                  <a:gd name="connsiteY229" fmla="*/ 0 h 3606800"/>
                  <a:gd name="connsiteX230" fmla="*/ 3751263 w 7392987"/>
                  <a:gd name="connsiteY230" fmla="*/ 781050 h 3606800"/>
                  <a:gd name="connsiteX231" fmla="*/ 3641725 w 7392987"/>
                  <a:gd name="connsiteY231" fmla="*/ 781050 h 3606800"/>
                  <a:gd name="connsiteX232" fmla="*/ 3556001 w 7392987"/>
                  <a:gd name="connsiteY232" fmla="*/ 0 h 3606800"/>
                  <a:gd name="connsiteX233" fmla="*/ 3598863 w 7392987"/>
                  <a:gd name="connsiteY233" fmla="*/ 781050 h 3606800"/>
                  <a:gd name="connsiteX234" fmla="*/ 3487738 w 7392987"/>
                  <a:gd name="connsiteY234" fmla="*/ 788988 h 3606800"/>
                  <a:gd name="connsiteX235" fmla="*/ 3449638 w 7392987"/>
                  <a:gd name="connsiteY235" fmla="*/ 7938 h 360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</a:cxnLst>
                <a:rect l="l" t="t" r="r" b="b"/>
                <a:pathLst>
                  <a:path w="7392987" h="3606800">
                    <a:moveTo>
                      <a:pt x="7388225" y="3457575"/>
                    </a:moveTo>
                    <a:lnTo>
                      <a:pt x="7392987" y="3568700"/>
                    </a:lnTo>
                    <a:lnTo>
                      <a:pt x="6611939" y="3606800"/>
                    </a:lnTo>
                    <a:lnTo>
                      <a:pt x="6608763" y="3500438"/>
                    </a:lnTo>
                    <a:close/>
                    <a:moveTo>
                      <a:pt x="4763" y="3457575"/>
                    </a:moveTo>
                    <a:lnTo>
                      <a:pt x="784225" y="3500438"/>
                    </a:lnTo>
                    <a:lnTo>
                      <a:pt x="779463" y="3606800"/>
                    </a:lnTo>
                    <a:lnTo>
                      <a:pt x="0" y="3568700"/>
                    </a:lnTo>
                    <a:close/>
                    <a:moveTo>
                      <a:pt x="7370763" y="3267075"/>
                    </a:moveTo>
                    <a:lnTo>
                      <a:pt x="7383463" y="3371850"/>
                    </a:lnTo>
                    <a:lnTo>
                      <a:pt x="6604001" y="3452813"/>
                    </a:lnTo>
                    <a:lnTo>
                      <a:pt x="6596063" y="3346450"/>
                    </a:lnTo>
                    <a:close/>
                    <a:moveTo>
                      <a:pt x="20638" y="3267075"/>
                    </a:moveTo>
                    <a:lnTo>
                      <a:pt x="796926" y="3346450"/>
                    </a:lnTo>
                    <a:lnTo>
                      <a:pt x="788989" y="3452813"/>
                    </a:lnTo>
                    <a:lnTo>
                      <a:pt x="7938" y="3371850"/>
                    </a:lnTo>
                    <a:close/>
                    <a:moveTo>
                      <a:pt x="7342187" y="3070225"/>
                    </a:moveTo>
                    <a:lnTo>
                      <a:pt x="7358063" y="3181350"/>
                    </a:lnTo>
                    <a:lnTo>
                      <a:pt x="6586539" y="3305175"/>
                    </a:lnTo>
                    <a:lnTo>
                      <a:pt x="6570663" y="3194050"/>
                    </a:lnTo>
                    <a:close/>
                    <a:moveTo>
                      <a:pt x="50801" y="3070225"/>
                    </a:moveTo>
                    <a:lnTo>
                      <a:pt x="822326" y="3194050"/>
                    </a:lnTo>
                    <a:lnTo>
                      <a:pt x="804863" y="3305175"/>
                    </a:lnTo>
                    <a:lnTo>
                      <a:pt x="33338" y="3181350"/>
                    </a:lnTo>
                    <a:close/>
                    <a:moveTo>
                      <a:pt x="7304087" y="2884487"/>
                    </a:moveTo>
                    <a:lnTo>
                      <a:pt x="7329487" y="2990850"/>
                    </a:lnTo>
                    <a:lnTo>
                      <a:pt x="6561137" y="3151187"/>
                    </a:lnTo>
                    <a:lnTo>
                      <a:pt x="6540499" y="3044824"/>
                    </a:lnTo>
                    <a:close/>
                    <a:moveTo>
                      <a:pt x="88900" y="2884487"/>
                    </a:moveTo>
                    <a:lnTo>
                      <a:pt x="852488" y="3044824"/>
                    </a:lnTo>
                    <a:lnTo>
                      <a:pt x="830263" y="3151187"/>
                    </a:lnTo>
                    <a:lnTo>
                      <a:pt x="63500" y="2990850"/>
                    </a:lnTo>
                    <a:close/>
                    <a:moveTo>
                      <a:pt x="7256463" y="2692400"/>
                    </a:moveTo>
                    <a:lnTo>
                      <a:pt x="7286625" y="2798762"/>
                    </a:lnTo>
                    <a:lnTo>
                      <a:pt x="6527799" y="3003550"/>
                    </a:lnTo>
                    <a:lnTo>
                      <a:pt x="6502399" y="2897188"/>
                    </a:lnTo>
                    <a:close/>
                    <a:moveTo>
                      <a:pt x="134938" y="2692400"/>
                    </a:moveTo>
                    <a:lnTo>
                      <a:pt x="890588" y="2897188"/>
                    </a:lnTo>
                    <a:lnTo>
                      <a:pt x="865188" y="3003550"/>
                    </a:lnTo>
                    <a:lnTo>
                      <a:pt x="106363" y="2798762"/>
                    </a:lnTo>
                    <a:close/>
                    <a:moveTo>
                      <a:pt x="7197725" y="2509837"/>
                    </a:moveTo>
                    <a:lnTo>
                      <a:pt x="7231063" y="2611437"/>
                    </a:lnTo>
                    <a:lnTo>
                      <a:pt x="6489701" y="2854325"/>
                    </a:lnTo>
                    <a:lnTo>
                      <a:pt x="6454775" y="2752725"/>
                    </a:lnTo>
                    <a:close/>
                    <a:moveTo>
                      <a:pt x="195263" y="2509837"/>
                    </a:moveTo>
                    <a:lnTo>
                      <a:pt x="936626" y="2752725"/>
                    </a:lnTo>
                    <a:lnTo>
                      <a:pt x="903289" y="2854325"/>
                    </a:lnTo>
                    <a:lnTo>
                      <a:pt x="160338" y="2611437"/>
                    </a:lnTo>
                    <a:close/>
                    <a:moveTo>
                      <a:pt x="7129463" y="2327275"/>
                    </a:moveTo>
                    <a:lnTo>
                      <a:pt x="7172325" y="2428875"/>
                    </a:lnTo>
                    <a:lnTo>
                      <a:pt x="6438899" y="2709863"/>
                    </a:lnTo>
                    <a:lnTo>
                      <a:pt x="6400799" y="2608263"/>
                    </a:lnTo>
                    <a:close/>
                    <a:moveTo>
                      <a:pt x="261938" y="2327275"/>
                    </a:moveTo>
                    <a:lnTo>
                      <a:pt x="992188" y="2608263"/>
                    </a:lnTo>
                    <a:lnTo>
                      <a:pt x="954088" y="2709863"/>
                    </a:lnTo>
                    <a:lnTo>
                      <a:pt x="220663" y="2428875"/>
                    </a:lnTo>
                    <a:close/>
                    <a:moveTo>
                      <a:pt x="7053263" y="2149475"/>
                    </a:moveTo>
                    <a:lnTo>
                      <a:pt x="7099299" y="2246312"/>
                    </a:lnTo>
                    <a:lnTo>
                      <a:pt x="6383337" y="2565400"/>
                    </a:lnTo>
                    <a:lnTo>
                      <a:pt x="6340475" y="2468562"/>
                    </a:lnTo>
                    <a:close/>
                    <a:moveTo>
                      <a:pt x="338137" y="2149475"/>
                    </a:moveTo>
                    <a:lnTo>
                      <a:pt x="1050925" y="2468562"/>
                    </a:lnTo>
                    <a:lnTo>
                      <a:pt x="1008063" y="2565400"/>
                    </a:lnTo>
                    <a:lnTo>
                      <a:pt x="292100" y="2246312"/>
                    </a:lnTo>
                    <a:close/>
                    <a:moveTo>
                      <a:pt x="6969125" y="1974850"/>
                    </a:moveTo>
                    <a:lnTo>
                      <a:pt x="7019925" y="2073275"/>
                    </a:lnTo>
                    <a:lnTo>
                      <a:pt x="6319837" y="2425700"/>
                    </a:lnTo>
                    <a:lnTo>
                      <a:pt x="6273799" y="2332038"/>
                    </a:lnTo>
                    <a:close/>
                    <a:moveTo>
                      <a:pt x="423863" y="1974850"/>
                    </a:moveTo>
                    <a:lnTo>
                      <a:pt x="1119188" y="2332038"/>
                    </a:lnTo>
                    <a:lnTo>
                      <a:pt x="1071563" y="2425700"/>
                    </a:lnTo>
                    <a:lnTo>
                      <a:pt x="373063" y="2073275"/>
                    </a:lnTo>
                    <a:close/>
                    <a:moveTo>
                      <a:pt x="6875463" y="1804987"/>
                    </a:moveTo>
                    <a:lnTo>
                      <a:pt x="6926263" y="1898650"/>
                    </a:lnTo>
                    <a:lnTo>
                      <a:pt x="6251575" y="2289175"/>
                    </a:lnTo>
                    <a:lnTo>
                      <a:pt x="6197599" y="2195512"/>
                    </a:lnTo>
                    <a:close/>
                    <a:moveTo>
                      <a:pt x="517525" y="1804987"/>
                    </a:moveTo>
                    <a:lnTo>
                      <a:pt x="1195388" y="2195512"/>
                    </a:lnTo>
                    <a:lnTo>
                      <a:pt x="1139825" y="2289175"/>
                    </a:lnTo>
                    <a:lnTo>
                      <a:pt x="466725" y="1898650"/>
                    </a:lnTo>
                    <a:close/>
                    <a:moveTo>
                      <a:pt x="6769101" y="1639887"/>
                    </a:moveTo>
                    <a:lnTo>
                      <a:pt x="6827839" y="1733550"/>
                    </a:lnTo>
                    <a:lnTo>
                      <a:pt x="6175375" y="2157412"/>
                    </a:lnTo>
                    <a:lnTo>
                      <a:pt x="6116639" y="2068512"/>
                    </a:lnTo>
                    <a:close/>
                    <a:moveTo>
                      <a:pt x="622301" y="1639887"/>
                    </a:moveTo>
                    <a:lnTo>
                      <a:pt x="1276351" y="2068512"/>
                    </a:lnTo>
                    <a:lnTo>
                      <a:pt x="1216026" y="2157412"/>
                    </a:lnTo>
                    <a:lnTo>
                      <a:pt x="563563" y="1733550"/>
                    </a:lnTo>
                    <a:close/>
                    <a:moveTo>
                      <a:pt x="6659563" y="1482725"/>
                    </a:moveTo>
                    <a:lnTo>
                      <a:pt x="6723063" y="1571625"/>
                    </a:lnTo>
                    <a:lnTo>
                      <a:pt x="6091238" y="2030413"/>
                    </a:lnTo>
                    <a:lnTo>
                      <a:pt x="6027738" y="1944688"/>
                    </a:lnTo>
                    <a:close/>
                    <a:moveTo>
                      <a:pt x="733425" y="1482725"/>
                    </a:moveTo>
                    <a:lnTo>
                      <a:pt x="1365250" y="1944688"/>
                    </a:lnTo>
                    <a:lnTo>
                      <a:pt x="1301750" y="2030413"/>
                    </a:lnTo>
                    <a:lnTo>
                      <a:pt x="669925" y="1571625"/>
                    </a:lnTo>
                    <a:close/>
                    <a:moveTo>
                      <a:pt x="6535739" y="1328737"/>
                    </a:moveTo>
                    <a:lnTo>
                      <a:pt x="6604001" y="1414462"/>
                    </a:lnTo>
                    <a:lnTo>
                      <a:pt x="5997576" y="1906587"/>
                    </a:lnTo>
                    <a:lnTo>
                      <a:pt x="5929313" y="1822450"/>
                    </a:lnTo>
                    <a:close/>
                    <a:moveTo>
                      <a:pt x="855663" y="1328737"/>
                    </a:moveTo>
                    <a:lnTo>
                      <a:pt x="1462088" y="1822450"/>
                    </a:lnTo>
                    <a:lnTo>
                      <a:pt x="1393825" y="1906587"/>
                    </a:lnTo>
                    <a:lnTo>
                      <a:pt x="788988" y="1414462"/>
                    </a:lnTo>
                    <a:close/>
                    <a:moveTo>
                      <a:pt x="6408739" y="1184275"/>
                    </a:moveTo>
                    <a:lnTo>
                      <a:pt x="6481763" y="1265238"/>
                    </a:lnTo>
                    <a:lnTo>
                      <a:pt x="5900738" y="1787525"/>
                    </a:lnTo>
                    <a:lnTo>
                      <a:pt x="5827713" y="1706562"/>
                    </a:lnTo>
                    <a:close/>
                    <a:moveTo>
                      <a:pt x="982663" y="1184275"/>
                    </a:moveTo>
                    <a:lnTo>
                      <a:pt x="1563688" y="1706562"/>
                    </a:lnTo>
                    <a:lnTo>
                      <a:pt x="1492250" y="1787525"/>
                    </a:lnTo>
                    <a:lnTo>
                      <a:pt x="911225" y="1265238"/>
                    </a:lnTo>
                    <a:close/>
                    <a:moveTo>
                      <a:pt x="6273801" y="1044575"/>
                    </a:moveTo>
                    <a:lnTo>
                      <a:pt x="6350001" y="1120775"/>
                    </a:lnTo>
                    <a:lnTo>
                      <a:pt x="5799138" y="1677988"/>
                    </a:lnTo>
                    <a:lnTo>
                      <a:pt x="5722938" y="1601788"/>
                    </a:lnTo>
                    <a:close/>
                    <a:moveTo>
                      <a:pt x="1119188" y="1044575"/>
                    </a:moveTo>
                    <a:lnTo>
                      <a:pt x="1670051" y="1601788"/>
                    </a:lnTo>
                    <a:lnTo>
                      <a:pt x="1593851" y="1677988"/>
                    </a:lnTo>
                    <a:lnTo>
                      <a:pt x="1042988" y="1120775"/>
                    </a:lnTo>
                    <a:close/>
                    <a:moveTo>
                      <a:pt x="6134099" y="912812"/>
                    </a:moveTo>
                    <a:lnTo>
                      <a:pt x="6213475" y="985837"/>
                    </a:lnTo>
                    <a:lnTo>
                      <a:pt x="5688013" y="1566862"/>
                    </a:lnTo>
                    <a:lnTo>
                      <a:pt x="5607050" y="1495424"/>
                    </a:lnTo>
                    <a:close/>
                    <a:moveTo>
                      <a:pt x="1258887" y="912812"/>
                    </a:moveTo>
                    <a:lnTo>
                      <a:pt x="1784350" y="1495424"/>
                    </a:lnTo>
                    <a:lnTo>
                      <a:pt x="1703387" y="1566862"/>
                    </a:lnTo>
                    <a:lnTo>
                      <a:pt x="1177925" y="985837"/>
                    </a:lnTo>
                    <a:close/>
                    <a:moveTo>
                      <a:pt x="5980113" y="788987"/>
                    </a:moveTo>
                    <a:lnTo>
                      <a:pt x="6065838" y="857250"/>
                    </a:lnTo>
                    <a:lnTo>
                      <a:pt x="5573713" y="1470025"/>
                    </a:lnTo>
                    <a:lnTo>
                      <a:pt x="5489575" y="1397000"/>
                    </a:lnTo>
                    <a:close/>
                    <a:moveTo>
                      <a:pt x="1411288" y="788987"/>
                    </a:moveTo>
                    <a:lnTo>
                      <a:pt x="1903413" y="1397000"/>
                    </a:lnTo>
                    <a:lnTo>
                      <a:pt x="1817688" y="1470025"/>
                    </a:lnTo>
                    <a:lnTo>
                      <a:pt x="1327150" y="857250"/>
                    </a:lnTo>
                    <a:close/>
                    <a:moveTo>
                      <a:pt x="5827713" y="674687"/>
                    </a:moveTo>
                    <a:lnTo>
                      <a:pt x="5913438" y="738187"/>
                    </a:lnTo>
                    <a:lnTo>
                      <a:pt x="5454650" y="1371600"/>
                    </a:lnTo>
                    <a:lnTo>
                      <a:pt x="5365750" y="1308100"/>
                    </a:lnTo>
                    <a:close/>
                    <a:moveTo>
                      <a:pt x="1563687" y="674687"/>
                    </a:moveTo>
                    <a:lnTo>
                      <a:pt x="2025650" y="1308100"/>
                    </a:lnTo>
                    <a:lnTo>
                      <a:pt x="1936750" y="1371600"/>
                    </a:lnTo>
                    <a:lnTo>
                      <a:pt x="1479550" y="738187"/>
                    </a:lnTo>
                    <a:close/>
                    <a:moveTo>
                      <a:pt x="5667375" y="568325"/>
                    </a:moveTo>
                    <a:lnTo>
                      <a:pt x="5756275" y="623888"/>
                    </a:lnTo>
                    <a:lnTo>
                      <a:pt x="5332413" y="1282700"/>
                    </a:lnTo>
                    <a:lnTo>
                      <a:pt x="5238750" y="1222375"/>
                    </a:lnTo>
                    <a:close/>
                    <a:moveTo>
                      <a:pt x="1725613" y="568325"/>
                    </a:moveTo>
                    <a:lnTo>
                      <a:pt x="2152651" y="1222375"/>
                    </a:lnTo>
                    <a:lnTo>
                      <a:pt x="2060576" y="1282700"/>
                    </a:lnTo>
                    <a:lnTo>
                      <a:pt x="1636713" y="623888"/>
                    </a:lnTo>
                    <a:close/>
                    <a:moveTo>
                      <a:pt x="5497513" y="466725"/>
                    </a:moveTo>
                    <a:lnTo>
                      <a:pt x="5594351" y="522288"/>
                    </a:lnTo>
                    <a:lnTo>
                      <a:pt x="5200651" y="1201738"/>
                    </a:lnTo>
                    <a:lnTo>
                      <a:pt x="5106988" y="1146175"/>
                    </a:lnTo>
                    <a:close/>
                    <a:moveTo>
                      <a:pt x="1893888" y="466725"/>
                    </a:moveTo>
                    <a:lnTo>
                      <a:pt x="2284413" y="1146175"/>
                    </a:lnTo>
                    <a:lnTo>
                      <a:pt x="2190750" y="1201738"/>
                    </a:lnTo>
                    <a:lnTo>
                      <a:pt x="1797050" y="522288"/>
                    </a:lnTo>
                    <a:close/>
                    <a:moveTo>
                      <a:pt x="5327650" y="377825"/>
                    </a:moveTo>
                    <a:lnTo>
                      <a:pt x="5426075" y="428625"/>
                    </a:lnTo>
                    <a:lnTo>
                      <a:pt x="5068887" y="1125538"/>
                    </a:lnTo>
                    <a:lnTo>
                      <a:pt x="4972050" y="1074738"/>
                    </a:lnTo>
                    <a:close/>
                    <a:moveTo>
                      <a:pt x="2063751" y="377825"/>
                    </a:moveTo>
                    <a:lnTo>
                      <a:pt x="2420938" y="1074738"/>
                    </a:lnTo>
                    <a:lnTo>
                      <a:pt x="2322513" y="1125538"/>
                    </a:lnTo>
                    <a:lnTo>
                      <a:pt x="1966913" y="428625"/>
                    </a:lnTo>
                    <a:close/>
                    <a:moveTo>
                      <a:pt x="5149850" y="296862"/>
                    </a:moveTo>
                    <a:lnTo>
                      <a:pt x="5251450" y="339725"/>
                    </a:lnTo>
                    <a:lnTo>
                      <a:pt x="4933950" y="1057275"/>
                    </a:lnTo>
                    <a:lnTo>
                      <a:pt x="4832350" y="1011238"/>
                    </a:lnTo>
                    <a:close/>
                    <a:moveTo>
                      <a:pt x="2241550" y="296862"/>
                    </a:moveTo>
                    <a:lnTo>
                      <a:pt x="2560638" y="1011238"/>
                    </a:lnTo>
                    <a:lnTo>
                      <a:pt x="2459038" y="1057275"/>
                    </a:lnTo>
                    <a:lnTo>
                      <a:pt x="2139950" y="339725"/>
                    </a:lnTo>
                    <a:close/>
                    <a:moveTo>
                      <a:pt x="4972050" y="225425"/>
                    </a:moveTo>
                    <a:lnTo>
                      <a:pt x="5073650" y="263525"/>
                    </a:lnTo>
                    <a:lnTo>
                      <a:pt x="4794250" y="993775"/>
                    </a:lnTo>
                    <a:lnTo>
                      <a:pt x="4692650" y="955675"/>
                    </a:lnTo>
                    <a:close/>
                    <a:moveTo>
                      <a:pt x="2420938" y="225425"/>
                    </a:moveTo>
                    <a:lnTo>
                      <a:pt x="2700338" y="955675"/>
                    </a:lnTo>
                    <a:lnTo>
                      <a:pt x="2598738" y="993775"/>
                    </a:lnTo>
                    <a:lnTo>
                      <a:pt x="2317750" y="263525"/>
                    </a:lnTo>
                    <a:close/>
                    <a:moveTo>
                      <a:pt x="4789488" y="160337"/>
                    </a:moveTo>
                    <a:lnTo>
                      <a:pt x="4891088" y="195262"/>
                    </a:lnTo>
                    <a:lnTo>
                      <a:pt x="4649788" y="942975"/>
                    </a:lnTo>
                    <a:lnTo>
                      <a:pt x="4548188" y="908050"/>
                    </a:lnTo>
                    <a:close/>
                    <a:moveTo>
                      <a:pt x="2601913" y="160337"/>
                    </a:moveTo>
                    <a:lnTo>
                      <a:pt x="2844801" y="908050"/>
                    </a:lnTo>
                    <a:lnTo>
                      <a:pt x="2741613" y="942975"/>
                    </a:lnTo>
                    <a:lnTo>
                      <a:pt x="2500313" y="195262"/>
                    </a:lnTo>
                    <a:close/>
                    <a:moveTo>
                      <a:pt x="4603751" y="109537"/>
                    </a:moveTo>
                    <a:lnTo>
                      <a:pt x="4705351" y="139700"/>
                    </a:lnTo>
                    <a:lnTo>
                      <a:pt x="4505326" y="895350"/>
                    </a:lnTo>
                    <a:lnTo>
                      <a:pt x="4398963" y="866775"/>
                    </a:lnTo>
                    <a:close/>
                    <a:moveTo>
                      <a:pt x="2789238" y="109537"/>
                    </a:moveTo>
                    <a:lnTo>
                      <a:pt x="2992438" y="866775"/>
                    </a:lnTo>
                    <a:lnTo>
                      <a:pt x="2886075" y="895350"/>
                    </a:lnTo>
                    <a:lnTo>
                      <a:pt x="2687638" y="139700"/>
                    </a:lnTo>
                    <a:close/>
                    <a:moveTo>
                      <a:pt x="4411663" y="68262"/>
                    </a:moveTo>
                    <a:lnTo>
                      <a:pt x="4518025" y="88900"/>
                    </a:lnTo>
                    <a:lnTo>
                      <a:pt x="4357687" y="857250"/>
                    </a:lnTo>
                    <a:lnTo>
                      <a:pt x="4251325" y="831850"/>
                    </a:lnTo>
                    <a:close/>
                    <a:moveTo>
                      <a:pt x="2979737" y="68262"/>
                    </a:moveTo>
                    <a:lnTo>
                      <a:pt x="3140075" y="831850"/>
                    </a:lnTo>
                    <a:lnTo>
                      <a:pt x="3035300" y="857250"/>
                    </a:lnTo>
                    <a:lnTo>
                      <a:pt x="2873375" y="88900"/>
                    </a:lnTo>
                    <a:close/>
                    <a:moveTo>
                      <a:pt x="4221163" y="33337"/>
                    </a:moveTo>
                    <a:lnTo>
                      <a:pt x="4327525" y="50800"/>
                    </a:lnTo>
                    <a:lnTo>
                      <a:pt x="4205287" y="823912"/>
                    </a:lnTo>
                    <a:lnTo>
                      <a:pt x="4098925" y="806450"/>
                    </a:lnTo>
                    <a:close/>
                    <a:moveTo>
                      <a:pt x="3170238" y="33337"/>
                    </a:moveTo>
                    <a:lnTo>
                      <a:pt x="3294063" y="806450"/>
                    </a:lnTo>
                    <a:lnTo>
                      <a:pt x="3187700" y="823912"/>
                    </a:lnTo>
                    <a:lnTo>
                      <a:pt x="3063875" y="50800"/>
                    </a:lnTo>
                    <a:close/>
                    <a:moveTo>
                      <a:pt x="4030663" y="12700"/>
                    </a:moveTo>
                    <a:lnTo>
                      <a:pt x="4137025" y="25400"/>
                    </a:lnTo>
                    <a:lnTo>
                      <a:pt x="4056063" y="803275"/>
                    </a:lnTo>
                    <a:lnTo>
                      <a:pt x="3946525" y="788988"/>
                    </a:lnTo>
                    <a:close/>
                    <a:moveTo>
                      <a:pt x="3360738" y="12700"/>
                    </a:moveTo>
                    <a:lnTo>
                      <a:pt x="3446463" y="788988"/>
                    </a:lnTo>
                    <a:lnTo>
                      <a:pt x="3335338" y="803275"/>
                    </a:lnTo>
                    <a:lnTo>
                      <a:pt x="3255963" y="25400"/>
                    </a:lnTo>
                    <a:close/>
                    <a:moveTo>
                      <a:pt x="3835400" y="0"/>
                    </a:moveTo>
                    <a:lnTo>
                      <a:pt x="3941763" y="7938"/>
                    </a:lnTo>
                    <a:lnTo>
                      <a:pt x="3903663" y="788988"/>
                    </a:lnTo>
                    <a:lnTo>
                      <a:pt x="3794125" y="781050"/>
                    </a:lnTo>
                    <a:close/>
                    <a:moveTo>
                      <a:pt x="3641725" y="0"/>
                    </a:moveTo>
                    <a:lnTo>
                      <a:pt x="3751263" y="0"/>
                    </a:lnTo>
                    <a:lnTo>
                      <a:pt x="3751263" y="781050"/>
                    </a:lnTo>
                    <a:lnTo>
                      <a:pt x="3641725" y="781050"/>
                    </a:lnTo>
                    <a:close/>
                    <a:moveTo>
                      <a:pt x="3556001" y="0"/>
                    </a:moveTo>
                    <a:lnTo>
                      <a:pt x="3598863" y="781050"/>
                    </a:lnTo>
                    <a:lnTo>
                      <a:pt x="3487738" y="788988"/>
                    </a:lnTo>
                    <a:lnTo>
                      <a:pt x="3449638" y="7938"/>
                    </a:lnTo>
                    <a:close/>
                  </a:path>
                </a:pathLst>
              </a:custGeom>
              <a:solidFill>
                <a:sysClr val="windowText" lastClr="000000">
                  <a:lumMod val="75000"/>
                  <a:lumOff val="25000"/>
                </a:sysClr>
              </a:solidFill>
              <a:ln>
                <a:noFill/>
              </a:ln>
            </p:spPr>
            <p:txBody>
              <a:bodyPr vert="horz" wrap="square" lIns="45714" tIns="22857" rIns="45714" bIns="22857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defRPr/>
                </a:pPr>
                <a:endParaRPr lang="en-US" sz="900" kern="0">
                  <a:solidFill>
                    <a:schemeClr val="bg2">
                      <a:lumMod val="40000"/>
                      <a:lumOff val="60000"/>
                    </a:schemeClr>
                  </a:solidFill>
                  <a:cs typeface="CiscoSansTT" panose="020B0503020201020303" pitchFamily="34" charset="0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4C389B5-3148-CD49-B03E-E49F27342B52}"/>
                  </a:ext>
                </a:extLst>
              </p:cNvPr>
              <p:cNvSpPr txBox="1"/>
              <p:nvPr/>
            </p:nvSpPr>
            <p:spPr>
              <a:xfrm>
                <a:off x="5697751" y="3335159"/>
                <a:ext cx="821337" cy="24928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ctr">
                  <a:defRPr/>
                </a:pPr>
                <a:r>
                  <a:rPr lang="en-US" sz="900" b="1" kern="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rgbClr val="FF3399">
                          <a:alpha val="24000"/>
                        </a:srgbClr>
                      </a:glow>
                    </a:effectLst>
                    <a:cs typeface="CiscoSansTT"/>
                  </a:rPr>
                  <a:t>5</a:t>
                </a:r>
              </a:p>
            </p:txBody>
          </p:sp>
          <p:sp>
            <p:nvSpPr>
              <p:cNvPr id="36" name="Pie 84">
                <a:extLst>
                  <a:ext uri="{FF2B5EF4-FFF2-40B4-BE49-F238E27FC236}">
                    <a16:creationId xmlns:a16="http://schemas.microsoft.com/office/drawing/2014/main" id="{01C5BB1F-19BB-DEFB-D08F-E8E052C3CC54}"/>
                  </a:ext>
                </a:extLst>
              </p:cNvPr>
              <p:cNvSpPr/>
              <p:nvPr/>
            </p:nvSpPr>
            <p:spPr>
              <a:xfrm>
                <a:off x="4923541" y="2526266"/>
                <a:ext cx="2269625" cy="2269624"/>
              </a:xfrm>
              <a:prstGeom prst="arc">
                <a:avLst>
                  <a:gd name="adj1" fmla="val 10670525"/>
                  <a:gd name="adj2" fmla="val 21525057"/>
                </a:avLst>
              </a:prstGeom>
              <a:noFill/>
              <a:ln w="139700" cap="rnd" cmpd="sng" algn="ctr">
                <a:solidFill>
                  <a:srgbClr val="0F9ED5"/>
                </a:solidFill>
                <a:prstDash val="solid"/>
                <a:round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US" sz="900" kern="0">
                  <a:solidFill>
                    <a:schemeClr val="bg2">
                      <a:lumMod val="40000"/>
                      <a:lumOff val="60000"/>
                    </a:schemeClr>
                  </a:solidFill>
                  <a:cs typeface="CiscoSansTT" panose="020B0503020201020303" pitchFamily="34" charset="0"/>
                </a:endParaRPr>
              </a:p>
            </p:txBody>
          </p:sp>
        </p:grp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171A4022-3AAB-DEC9-D641-4076D79A970D}"/>
              </a:ext>
            </a:extLst>
          </p:cNvPr>
          <p:cNvSpPr txBox="1"/>
          <p:nvPr/>
        </p:nvSpPr>
        <p:spPr>
          <a:xfrm>
            <a:off x="3828890" y="5014368"/>
            <a:ext cx="7188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900" b="1" kern="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cs typeface="CiscoSansTT" panose="020B0503020201020303" pitchFamily="34" charset="0"/>
              </a:rPr>
              <a:t>84%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14CBBD-F89E-FD89-4BEC-53C14CC5FB38}"/>
              </a:ext>
            </a:extLst>
          </p:cNvPr>
          <p:cNvSpPr txBox="1"/>
          <p:nvPr/>
        </p:nvSpPr>
        <p:spPr>
          <a:xfrm>
            <a:off x="956773" y="5863059"/>
            <a:ext cx="1433232" cy="36065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950" dirty="0">
                <a:solidFill>
                  <a:schemeClr val="bg2">
                    <a:lumMod val="40000"/>
                    <a:lumOff val="60000"/>
                  </a:schemeClr>
                </a:solidFill>
                <a:ea typeface="ＭＳ Ｐゴシック" charset="0"/>
              </a:rPr>
              <a:t>Average first response</a:t>
            </a:r>
          </a:p>
          <a:p>
            <a: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IN" sz="1600" kern="1200" dirty="0">
              <a:solidFill>
                <a:schemeClr val="bg2">
                  <a:lumMod val="40000"/>
                  <a:lumOff val="60000"/>
                </a:schemeClr>
              </a:solidFill>
              <a:latin typeface="+mn-lt"/>
              <a:ea typeface="ＭＳ Ｐゴシック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8BCDB88-21B4-223E-E2D7-F1DBE130572F}"/>
              </a:ext>
            </a:extLst>
          </p:cNvPr>
          <p:cNvSpPr txBox="1"/>
          <p:nvPr/>
        </p:nvSpPr>
        <p:spPr>
          <a:xfrm>
            <a:off x="2817114" y="5863059"/>
            <a:ext cx="2869523" cy="29898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950" dirty="0">
                <a:solidFill>
                  <a:schemeClr val="bg2">
                    <a:lumMod val="40000"/>
                    <a:lumOff val="60000"/>
                  </a:schemeClr>
                </a:solidFill>
                <a:ea typeface="ＭＳ Ｐゴシック" charset="0"/>
              </a:rPr>
              <a:t>Average time taken to resolve (closed within 1 workday)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9D980EF-EFE4-9A8C-6D4A-2EFBA6F62EB8}"/>
              </a:ext>
            </a:extLst>
          </p:cNvPr>
          <p:cNvSpPr txBox="1"/>
          <p:nvPr/>
        </p:nvSpPr>
        <p:spPr>
          <a:xfrm>
            <a:off x="6197186" y="5834190"/>
            <a:ext cx="2865945" cy="41839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950" dirty="0">
                <a:solidFill>
                  <a:schemeClr val="bg2">
                    <a:lumMod val="40000"/>
                    <a:lumOff val="60000"/>
                  </a:schemeClr>
                </a:solidFill>
                <a:ea typeface="ＭＳ Ｐゴシック" charset="0"/>
              </a:rPr>
              <a:t>Average time taken to resolve (closed within 1 work week</a:t>
            </a:r>
            <a:r>
              <a:rPr lang="en-US" sz="1100" dirty="0">
                <a:solidFill>
                  <a:schemeClr val="bg2">
                    <a:lumMod val="40000"/>
                    <a:lumOff val="60000"/>
                  </a:schemeClr>
                </a:solidFill>
                <a:ea typeface="ＭＳ Ｐゴシック" charset="0"/>
              </a:rPr>
              <a:t>)  </a:t>
            </a:r>
          </a:p>
          <a:p>
            <a: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IN" sz="1600" kern="1200" dirty="0">
              <a:solidFill>
                <a:schemeClr val="bg2">
                  <a:lumMod val="40000"/>
                  <a:lumOff val="60000"/>
                </a:schemeClr>
              </a:solidFill>
              <a:latin typeface="+mn-lt"/>
              <a:ea typeface="ＭＳ Ｐゴシック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F15C483-C306-AA2C-BD63-8D3787B9C937}"/>
              </a:ext>
            </a:extLst>
          </p:cNvPr>
          <p:cNvSpPr txBox="1"/>
          <p:nvPr/>
        </p:nvSpPr>
        <p:spPr>
          <a:xfrm>
            <a:off x="9700645" y="5834190"/>
            <a:ext cx="2491355" cy="50783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950" dirty="0">
                <a:solidFill>
                  <a:schemeClr val="bg2">
                    <a:lumMod val="40000"/>
                    <a:lumOff val="60000"/>
                  </a:schemeClr>
                </a:solidFill>
                <a:ea typeface="ＭＳ Ｐゴシック" charset="0"/>
              </a:rPr>
              <a:t>Measure the CSAT for a specific case </a:t>
            </a:r>
          </a:p>
          <a:p>
            <a:pPr defTabSz="912276" fontAlgn="base"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950" dirty="0">
                <a:solidFill>
                  <a:schemeClr val="bg2">
                    <a:lumMod val="40000"/>
                    <a:lumOff val="60000"/>
                  </a:schemeClr>
                </a:solidFill>
                <a:ea typeface="ＭＳ Ｐゴシック" charset="0"/>
              </a:rPr>
              <a:t>on a 1-5 scale</a:t>
            </a:r>
          </a:p>
          <a:p>
            <a: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IN" sz="1600" kern="1200" dirty="0">
              <a:solidFill>
                <a:schemeClr val="bg2">
                  <a:lumMod val="40000"/>
                  <a:lumOff val="60000"/>
                </a:schemeClr>
              </a:solidFill>
              <a:latin typeface="+mn-lt"/>
              <a:ea typeface="ＭＳ Ｐゴシック" charset="0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C7D5CDB3-E599-BFDB-FC4E-6384A43D6840}"/>
              </a:ext>
            </a:extLst>
          </p:cNvPr>
          <p:cNvSpPr/>
          <p:nvPr/>
        </p:nvSpPr>
        <p:spPr>
          <a:xfrm>
            <a:off x="237400" y="3712493"/>
            <a:ext cx="11823535" cy="2878612"/>
          </a:xfrm>
          <a:prstGeom prst="roundRect">
            <a:avLst>
              <a:gd name="adj" fmla="val 3091"/>
            </a:avLst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bg1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8C29DDA-8257-33DD-CF7A-73D3D4F25DCB}"/>
              </a:ext>
            </a:extLst>
          </p:cNvPr>
          <p:cNvGrpSpPr/>
          <p:nvPr/>
        </p:nvGrpSpPr>
        <p:grpSpPr>
          <a:xfrm>
            <a:off x="2357161" y="4215173"/>
            <a:ext cx="769462" cy="418396"/>
            <a:chOff x="5561967" y="1527628"/>
            <a:chExt cx="769462" cy="418396"/>
          </a:xfrm>
        </p:grpSpPr>
        <p:sp>
          <p:nvSpPr>
            <p:cNvPr id="50" name="Freeform 177">
              <a:extLst>
                <a:ext uri="{FF2B5EF4-FFF2-40B4-BE49-F238E27FC236}">
                  <a16:creationId xmlns:a16="http://schemas.microsoft.com/office/drawing/2014/main" id="{37D5094C-01BD-A75D-A2C7-467100025214}"/>
                </a:ext>
              </a:extLst>
            </p:cNvPr>
            <p:cNvSpPr/>
            <p:nvPr/>
          </p:nvSpPr>
          <p:spPr>
            <a:xfrm rot="16200000">
              <a:off x="5737500" y="1378879"/>
              <a:ext cx="418396" cy="715894"/>
            </a:xfrm>
            <a:custGeom>
              <a:avLst/>
              <a:gdLst>
                <a:gd name="connsiteX0" fmla="*/ 1363945 w 1363945"/>
                <a:gd name="connsiteY0" fmla="*/ 3121960 h 3313662"/>
                <a:gd name="connsiteX1" fmla="*/ 1363945 w 1363945"/>
                <a:gd name="connsiteY1" fmla="*/ 324014 h 3313662"/>
                <a:gd name="connsiteX2" fmla="*/ 1172243 w 1363945"/>
                <a:gd name="connsiteY2" fmla="*/ 132312 h 3313662"/>
                <a:gd name="connsiteX3" fmla="*/ 739665 w 1363945"/>
                <a:gd name="connsiteY3" fmla="*/ 132312 h 3313662"/>
                <a:gd name="connsiteX4" fmla="*/ 662923 w 1363945"/>
                <a:gd name="connsiteY4" fmla="*/ 0 h 3313662"/>
                <a:gd name="connsiteX5" fmla="*/ 586182 w 1363945"/>
                <a:gd name="connsiteY5" fmla="*/ 132312 h 3313662"/>
                <a:gd name="connsiteX6" fmla="*/ 191702 w 1363945"/>
                <a:gd name="connsiteY6" fmla="*/ 132312 h 3313662"/>
                <a:gd name="connsiteX7" fmla="*/ 0 w 1363945"/>
                <a:gd name="connsiteY7" fmla="*/ 324014 h 3313662"/>
                <a:gd name="connsiteX8" fmla="*/ 0 w 1363945"/>
                <a:gd name="connsiteY8" fmla="*/ 3121960 h 3313662"/>
                <a:gd name="connsiteX9" fmla="*/ 191702 w 1363945"/>
                <a:gd name="connsiteY9" fmla="*/ 3313662 h 3313662"/>
                <a:gd name="connsiteX10" fmla="*/ 1172243 w 1363945"/>
                <a:gd name="connsiteY10" fmla="*/ 3313662 h 3313662"/>
                <a:gd name="connsiteX11" fmla="*/ 1363945 w 1363945"/>
                <a:gd name="connsiteY11" fmla="*/ 3121960 h 3313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63945" h="3313662">
                  <a:moveTo>
                    <a:pt x="1363945" y="3121960"/>
                  </a:moveTo>
                  <a:lnTo>
                    <a:pt x="1363945" y="324014"/>
                  </a:lnTo>
                  <a:cubicBezTo>
                    <a:pt x="1363945" y="218140"/>
                    <a:pt x="1278117" y="132312"/>
                    <a:pt x="1172243" y="132312"/>
                  </a:cubicBezTo>
                  <a:lnTo>
                    <a:pt x="739665" y="132312"/>
                  </a:lnTo>
                  <a:lnTo>
                    <a:pt x="662923" y="0"/>
                  </a:lnTo>
                  <a:lnTo>
                    <a:pt x="586182" y="132312"/>
                  </a:lnTo>
                  <a:lnTo>
                    <a:pt x="191702" y="132312"/>
                  </a:lnTo>
                  <a:cubicBezTo>
                    <a:pt x="85828" y="132312"/>
                    <a:pt x="0" y="218140"/>
                    <a:pt x="0" y="324014"/>
                  </a:cubicBezTo>
                  <a:lnTo>
                    <a:pt x="0" y="3121960"/>
                  </a:lnTo>
                  <a:cubicBezTo>
                    <a:pt x="0" y="3227834"/>
                    <a:pt x="85828" y="3313662"/>
                    <a:pt x="191702" y="3313662"/>
                  </a:cubicBezTo>
                  <a:lnTo>
                    <a:pt x="1172243" y="3313662"/>
                  </a:lnTo>
                  <a:cubicBezTo>
                    <a:pt x="1278117" y="3313662"/>
                    <a:pt x="1363945" y="3227834"/>
                    <a:pt x="1363945" y="3121960"/>
                  </a:cubicBezTo>
                  <a:close/>
                </a:path>
              </a:pathLst>
            </a:custGeom>
            <a:solidFill>
              <a:srgbClr val="0F9ED5"/>
            </a:solidFill>
            <a:ln w="19050" cap="flat" cmpd="sng" algn="ctr">
              <a:noFill/>
              <a:prstDash val="solid"/>
              <a:miter lim="800000"/>
            </a:ln>
            <a:effectLst>
              <a:outerShdw blurRad="101600" dist="38100" dir="2700000" algn="tl" rotWithShape="0">
                <a:prstClr val="black">
                  <a:alpha val="25000"/>
                </a:prst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US" sz="900" kern="0">
                <a:solidFill>
                  <a:schemeClr val="bg2">
                    <a:lumMod val="40000"/>
                    <a:lumOff val="60000"/>
                  </a:schemeClr>
                </a:solidFill>
                <a:cs typeface="CiscoSansTT" panose="020B0503020201020303" pitchFamily="34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63F5729-987E-7E4F-4CA6-6C46BC419ACE}"/>
                </a:ext>
              </a:extLst>
            </p:cNvPr>
            <p:cNvSpPr txBox="1"/>
            <p:nvPr/>
          </p:nvSpPr>
          <p:spPr>
            <a:xfrm>
              <a:off x="5565759" y="1553889"/>
              <a:ext cx="76187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en-US" sz="900" b="1" kern="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cs typeface="CiscoSansTT" panose="020B0503020201020303" pitchFamily="34" charset="0"/>
                </a:rPr>
                <a:t>&lt;4 Hrs.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B41B36A-4EE4-8942-6B57-39524AFE1E38}"/>
                </a:ext>
              </a:extLst>
            </p:cNvPr>
            <p:cNvSpPr txBox="1"/>
            <p:nvPr/>
          </p:nvSpPr>
          <p:spPr>
            <a:xfrm>
              <a:off x="5561967" y="1776409"/>
              <a:ext cx="769462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en-US" sz="900" b="1" kern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cs typeface="CiscoSansTT" panose="020B0503020201020303" pitchFamily="34" charset="0"/>
                </a:rPr>
                <a:t>Target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C973462-EA66-A8A6-F6C0-00C27A4F9B82}"/>
              </a:ext>
            </a:extLst>
          </p:cNvPr>
          <p:cNvGrpSpPr/>
          <p:nvPr/>
        </p:nvGrpSpPr>
        <p:grpSpPr>
          <a:xfrm>
            <a:off x="4887384" y="4210936"/>
            <a:ext cx="956907" cy="418396"/>
            <a:chOff x="5374522" y="1527628"/>
            <a:chExt cx="956907" cy="418396"/>
          </a:xfrm>
        </p:grpSpPr>
        <p:sp>
          <p:nvSpPr>
            <p:cNvPr id="54" name="Freeform 177">
              <a:extLst>
                <a:ext uri="{FF2B5EF4-FFF2-40B4-BE49-F238E27FC236}">
                  <a16:creationId xmlns:a16="http://schemas.microsoft.com/office/drawing/2014/main" id="{36BE859D-50F7-E622-33C2-B46E38D681EE}"/>
                </a:ext>
              </a:extLst>
            </p:cNvPr>
            <p:cNvSpPr/>
            <p:nvPr/>
          </p:nvSpPr>
          <p:spPr>
            <a:xfrm rot="16200000">
              <a:off x="5737500" y="1378879"/>
              <a:ext cx="418396" cy="715894"/>
            </a:xfrm>
            <a:custGeom>
              <a:avLst/>
              <a:gdLst>
                <a:gd name="connsiteX0" fmla="*/ 1363945 w 1363945"/>
                <a:gd name="connsiteY0" fmla="*/ 3121960 h 3313662"/>
                <a:gd name="connsiteX1" fmla="*/ 1363945 w 1363945"/>
                <a:gd name="connsiteY1" fmla="*/ 324014 h 3313662"/>
                <a:gd name="connsiteX2" fmla="*/ 1172243 w 1363945"/>
                <a:gd name="connsiteY2" fmla="*/ 132312 h 3313662"/>
                <a:gd name="connsiteX3" fmla="*/ 739665 w 1363945"/>
                <a:gd name="connsiteY3" fmla="*/ 132312 h 3313662"/>
                <a:gd name="connsiteX4" fmla="*/ 662923 w 1363945"/>
                <a:gd name="connsiteY4" fmla="*/ 0 h 3313662"/>
                <a:gd name="connsiteX5" fmla="*/ 586182 w 1363945"/>
                <a:gd name="connsiteY5" fmla="*/ 132312 h 3313662"/>
                <a:gd name="connsiteX6" fmla="*/ 191702 w 1363945"/>
                <a:gd name="connsiteY6" fmla="*/ 132312 h 3313662"/>
                <a:gd name="connsiteX7" fmla="*/ 0 w 1363945"/>
                <a:gd name="connsiteY7" fmla="*/ 324014 h 3313662"/>
                <a:gd name="connsiteX8" fmla="*/ 0 w 1363945"/>
                <a:gd name="connsiteY8" fmla="*/ 3121960 h 3313662"/>
                <a:gd name="connsiteX9" fmla="*/ 191702 w 1363945"/>
                <a:gd name="connsiteY9" fmla="*/ 3313662 h 3313662"/>
                <a:gd name="connsiteX10" fmla="*/ 1172243 w 1363945"/>
                <a:gd name="connsiteY10" fmla="*/ 3313662 h 3313662"/>
                <a:gd name="connsiteX11" fmla="*/ 1363945 w 1363945"/>
                <a:gd name="connsiteY11" fmla="*/ 3121960 h 3313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63945" h="3313662">
                  <a:moveTo>
                    <a:pt x="1363945" y="3121960"/>
                  </a:moveTo>
                  <a:lnTo>
                    <a:pt x="1363945" y="324014"/>
                  </a:lnTo>
                  <a:cubicBezTo>
                    <a:pt x="1363945" y="218140"/>
                    <a:pt x="1278117" y="132312"/>
                    <a:pt x="1172243" y="132312"/>
                  </a:cubicBezTo>
                  <a:lnTo>
                    <a:pt x="739665" y="132312"/>
                  </a:lnTo>
                  <a:lnTo>
                    <a:pt x="662923" y="0"/>
                  </a:lnTo>
                  <a:lnTo>
                    <a:pt x="586182" y="132312"/>
                  </a:lnTo>
                  <a:lnTo>
                    <a:pt x="191702" y="132312"/>
                  </a:lnTo>
                  <a:cubicBezTo>
                    <a:pt x="85828" y="132312"/>
                    <a:pt x="0" y="218140"/>
                    <a:pt x="0" y="324014"/>
                  </a:cubicBezTo>
                  <a:lnTo>
                    <a:pt x="0" y="3121960"/>
                  </a:lnTo>
                  <a:cubicBezTo>
                    <a:pt x="0" y="3227834"/>
                    <a:pt x="85828" y="3313662"/>
                    <a:pt x="191702" y="3313662"/>
                  </a:cubicBezTo>
                  <a:lnTo>
                    <a:pt x="1172243" y="3313662"/>
                  </a:lnTo>
                  <a:cubicBezTo>
                    <a:pt x="1278117" y="3313662"/>
                    <a:pt x="1363945" y="3227834"/>
                    <a:pt x="1363945" y="3121960"/>
                  </a:cubicBezTo>
                  <a:close/>
                </a:path>
              </a:pathLst>
            </a:custGeom>
            <a:solidFill>
              <a:srgbClr val="0F9ED5"/>
            </a:solidFill>
            <a:ln w="19050" cap="flat" cmpd="sng" algn="ctr">
              <a:noFill/>
              <a:prstDash val="solid"/>
              <a:miter lim="800000"/>
            </a:ln>
            <a:effectLst>
              <a:outerShdw blurRad="101600" dist="38100" dir="2700000" algn="tl" rotWithShape="0">
                <a:prstClr val="black">
                  <a:alpha val="25000"/>
                </a:prst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US" sz="900" kern="0">
                <a:solidFill>
                  <a:schemeClr val="bg2">
                    <a:lumMod val="40000"/>
                    <a:lumOff val="60000"/>
                  </a:schemeClr>
                </a:solidFill>
                <a:cs typeface="CiscoSansTT" panose="020B0503020201020303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523A138-C6A2-1684-8886-11EAAA96E279}"/>
                </a:ext>
              </a:extLst>
            </p:cNvPr>
            <p:cNvSpPr txBox="1"/>
            <p:nvPr/>
          </p:nvSpPr>
          <p:spPr>
            <a:xfrm>
              <a:off x="5374522" y="1636448"/>
              <a:ext cx="76187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en-US" sz="900" b="1" kern="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cs typeface="CiscoSansTT" panose="020B0503020201020303" pitchFamily="34" charset="0"/>
                </a:rPr>
                <a:t>              70%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1A32212-C632-56D1-71A4-C50E373A0258}"/>
                </a:ext>
              </a:extLst>
            </p:cNvPr>
            <p:cNvSpPr txBox="1"/>
            <p:nvPr/>
          </p:nvSpPr>
          <p:spPr>
            <a:xfrm>
              <a:off x="5561967" y="1776409"/>
              <a:ext cx="769462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en-US" sz="900" b="1" kern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cs typeface="CiscoSansTT" panose="020B0503020201020303" pitchFamily="34" charset="0"/>
                </a:rPr>
                <a:t>Target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CED7CCB-87C2-4838-6FAF-0838E747BC67}"/>
              </a:ext>
            </a:extLst>
          </p:cNvPr>
          <p:cNvGrpSpPr/>
          <p:nvPr/>
        </p:nvGrpSpPr>
        <p:grpSpPr>
          <a:xfrm>
            <a:off x="7936992" y="4210936"/>
            <a:ext cx="769462" cy="418396"/>
            <a:chOff x="5699991" y="1734664"/>
            <a:chExt cx="769462" cy="418396"/>
          </a:xfrm>
        </p:grpSpPr>
        <p:sp>
          <p:nvSpPr>
            <p:cNvPr id="58" name="Freeform 177">
              <a:extLst>
                <a:ext uri="{FF2B5EF4-FFF2-40B4-BE49-F238E27FC236}">
                  <a16:creationId xmlns:a16="http://schemas.microsoft.com/office/drawing/2014/main" id="{D9F43343-36D6-497B-BEE5-4C894FB50C3F}"/>
                </a:ext>
              </a:extLst>
            </p:cNvPr>
            <p:cNvSpPr/>
            <p:nvPr/>
          </p:nvSpPr>
          <p:spPr>
            <a:xfrm rot="16200000">
              <a:off x="5869773" y="1585915"/>
              <a:ext cx="418396" cy="715894"/>
            </a:xfrm>
            <a:custGeom>
              <a:avLst/>
              <a:gdLst>
                <a:gd name="connsiteX0" fmla="*/ 1363945 w 1363945"/>
                <a:gd name="connsiteY0" fmla="*/ 3121960 h 3313662"/>
                <a:gd name="connsiteX1" fmla="*/ 1363945 w 1363945"/>
                <a:gd name="connsiteY1" fmla="*/ 324014 h 3313662"/>
                <a:gd name="connsiteX2" fmla="*/ 1172243 w 1363945"/>
                <a:gd name="connsiteY2" fmla="*/ 132312 h 3313662"/>
                <a:gd name="connsiteX3" fmla="*/ 739665 w 1363945"/>
                <a:gd name="connsiteY3" fmla="*/ 132312 h 3313662"/>
                <a:gd name="connsiteX4" fmla="*/ 662923 w 1363945"/>
                <a:gd name="connsiteY4" fmla="*/ 0 h 3313662"/>
                <a:gd name="connsiteX5" fmla="*/ 586182 w 1363945"/>
                <a:gd name="connsiteY5" fmla="*/ 132312 h 3313662"/>
                <a:gd name="connsiteX6" fmla="*/ 191702 w 1363945"/>
                <a:gd name="connsiteY6" fmla="*/ 132312 h 3313662"/>
                <a:gd name="connsiteX7" fmla="*/ 0 w 1363945"/>
                <a:gd name="connsiteY7" fmla="*/ 324014 h 3313662"/>
                <a:gd name="connsiteX8" fmla="*/ 0 w 1363945"/>
                <a:gd name="connsiteY8" fmla="*/ 3121960 h 3313662"/>
                <a:gd name="connsiteX9" fmla="*/ 191702 w 1363945"/>
                <a:gd name="connsiteY9" fmla="*/ 3313662 h 3313662"/>
                <a:gd name="connsiteX10" fmla="*/ 1172243 w 1363945"/>
                <a:gd name="connsiteY10" fmla="*/ 3313662 h 3313662"/>
                <a:gd name="connsiteX11" fmla="*/ 1363945 w 1363945"/>
                <a:gd name="connsiteY11" fmla="*/ 3121960 h 3313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63945" h="3313662">
                  <a:moveTo>
                    <a:pt x="1363945" y="3121960"/>
                  </a:moveTo>
                  <a:lnTo>
                    <a:pt x="1363945" y="324014"/>
                  </a:lnTo>
                  <a:cubicBezTo>
                    <a:pt x="1363945" y="218140"/>
                    <a:pt x="1278117" y="132312"/>
                    <a:pt x="1172243" y="132312"/>
                  </a:cubicBezTo>
                  <a:lnTo>
                    <a:pt x="739665" y="132312"/>
                  </a:lnTo>
                  <a:lnTo>
                    <a:pt x="662923" y="0"/>
                  </a:lnTo>
                  <a:lnTo>
                    <a:pt x="586182" y="132312"/>
                  </a:lnTo>
                  <a:lnTo>
                    <a:pt x="191702" y="132312"/>
                  </a:lnTo>
                  <a:cubicBezTo>
                    <a:pt x="85828" y="132312"/>
                    <a:pt x="0" y="218140"/>
                    <a:pt x="0" y="324014"/>
                  </a:cubicBezTo>
                  <a:lnTo>
                    <a:pt x="0" y="3121960"/>
                  </a:lnTo>
                  <a:cubicBezTo>
                    <a:pt x="0" y="3227834"/>
                    <a:pt x="85828" y="3313662"/>
                    <a:pt x="191702" y="3313662"/>
                  </a:cubicBezTo>
                  <a:lnTo>
                    <a:pt x="1172243" y="3313662"/>
                  </a:lnTo>
                  <a:cubicBezTo>
                    <a:pt x="1278117" y="3313662"/>
                    <a:pt x="1363945" y="3227834"/>
                    <a:pt x="1363945" y="3121960"/>
                  </a:cubicBezTo>
                  <a:close/>
                </a:path>
              </a:pathLst>
            </a:custGeom>
            <a:solidFill>
              <a:srgbClr val="0F9ED5"/>
            </a:solidFill>
            <a:ln w="19050" cap="flat" cmpd="sng" algn="ctr">
              <a:noFill/>
              <a:prstDash val="solid"/>
              <a:miter lim="800000"/>
            </a:ln>
            <a:effectLst>
              <a:outerShdw blurRad="101600" dist="38100" dir="2700000" algn="tl" rotWithShape="0">
                <a:prstClr val="black">
                  <a:alpha val="25000"/>
                </a:prstClr>
              </a:outerShdw>
            </a:effectLst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40000"/>
                    <a:lumOff val="60000"/>
                  </a:schemeClr>
                </a:solidFill>
                <a:effectLst/>
                <a:uLnTx/>
                <a:uFillTx/>
                <a:latin typeface="CiscoSansTT"/>
                <a:ea typeface="+mn-ea"/>
                <a:cs typeface="CiscoSansTT" panose="020B0503020201020303" pitchFamily="34" charset="0"/>
              </a:endParaRPr>
            </a:p>
          </p:txBody>
        </p:sp>
        <p:sp>
          <p:nvSpPr>
            <p:cNvPr id="59" name="TextBox 55">
              <a:extLst>
                <a:ext uri="{FF2B5EF4-FFF2-40B4-BE49-F238E27FC236}">
                  <a16:creationId xmlns:a16="http://schemas.microsoft.com/office/drawing/2014/main" id="{E467F94E-47D2-4139-9255-90B4142B9B12}"/>
                </a:ext>
              </a:extLst>
            </p:cNvPr>
            <p:cNvSpPr txBox="1"/>
            <p:nvPr/>
          </p:nvSpPr>
          <p:spPr>
            <a:xfrm>
              <a:off x="5703783" y="1789680"/>
              <a:ext cx="76187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 dirty="0">
                  <a:ln>
                    <a:noFill/>
                  </a:ln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uLnTx/>
                  <a:uFillTx/>
                  <a:latin typeface="CiscoSansTT"/>
                  <a:ea typeface="+mn-ea"/>
                  <a:cs typeface="CiscoSansTT" panose="020B0503020201020303" pitchFamily="34" charset="0"/>
                </a:rPr>
                <a:t>90%</a:t>
              </a:r>
            </a:p>
          </p:txBody>
        </p:sp>
        <p:sp>
          <p:nvSpPr>
            <p:cNvPr id="60" name="TextBox 56">
              <a:extLst>
                <a:ext uri="{FF2B5EF4-FFF2-40B4-BE49-F238E27FC236}">
                  <a16:creationId xmlns:a16="http://schemas.microsoft.com/office/drawing/2014/main" id="{DA41DCB4-3BAB-E206-B3AF-940F69906ED1}"/>
                </a:ext>
              </a:extLst>
            </p:cNvPr>
            <p:cNvSpPr txBox="1"/>
            <p:nvPr/>
          </p:nvSpPr>
          <p:spPr>
            <a:xfrm>
              <a:off x="5699991" y="1908682"/>
              <a:ext cx="769462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0" cap="none" spc="0" normalizeH="0" baseline="0" noProof="0" dirty="0">
                  <a:ln>
                    <a:noFill/>
                  </a:ln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uLnTx/>
                  <a:uFillTx/>
                  <a:latin typeface="CiscoSansTT"/>
                  <a:ea typeface="+mn-ea"/>
                  <a:cs typeface="CiscoSansTT" panose="020B0503020201020303" pitchFamily="34" charset="0"/>
                </a:rPr>
                <a:t>Target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FF4208B-6683-FE24-013F-7651D02D28DD}"/>
              </a:ext>
            </a:extLst>
          </p:cNvPr>
          <p:cNvGrpSpPr/>
          <p:nvPr/>
        </p:nvGrpSpPr>
        <p:grpSpPr>
          <a:xfrm>
            <a:off x="11140574" y="4220024"/>
            <a:ext cx="769462" cy="418396"/>
            <a:chOff x="5561967" y="1527628"/>
            <a:chExt cx="769462" cy="418396"/>
          </a:xfrm>
        </p:grpSpPr>
        <p:sp>
          <p:nvSpPr>
            <p:cNvPr id="62" name="Freeform 177">
              <a:extLst>
                <a:ext uri="{FF2B5EF4-FFF2-40B4-BE49-F238E27FC236}">
                  <a16:creationId xmlns:a16="http://schemas.microsoft.com/office/drawing/2014/main" id="{0185A35F-A7FA-FFD7-DDBC-9A4C66F704C0}"/>
                </a:ext>
              </a:extLst>
            </p:cNvPr>
            <p:cNvSpPr/>
            <p:nvPr/>
          </p:nvSpPr>
          <p:spPr>
            <a:xfrm rot="16200000">
              <a:off x="5737500" y="1378879"/>
              <a:ext cx="418396" cy="715894"/>
            </a:xfrm>
            <a:custGeom>
              <a:avLst/>
              <a:gdLst>
                <a:gd name="connsiteX0" fmla="*/ 1363945 w 1363945"/>
                <a:gd name="connsiteY0" fmla="*/ 3121960 h 3313662"/>
                <a:gd name="connsiteX1" fmla="*/ 1363945 w 1363945"/>
                <a:gd name="connsiteY1" fmla="*/ 324014 h 3313662"/>
                <a:gd name="connsiteX2" fmla="*/ 1172243 w 1363945"/>
                <a:gd name="connsiteY2" fmla="*/ 132312 h 3313662"/>
                <a:gd name="connsiteX3" fmla="*/ 739665 w 1363945"/>
                <a:gd name="connsiteY3" fmla="*/ 132312 h 3313662"/>
                <a:gd name="connsiteX4" fmla="*/ 662923 w 1363945"/>
                <a:gd name="connsiteY4" fmla="*/ 0 h 3313662"/>
                <a:gd name="connsiteX5" fmla="*/ 586182 w 1363945"/>
                <a:gd name="connsiteY5" fmla="*/ 132312 h 3313662"/>
                <a:gd name="connsiteX6" fmla="*/ 191702 w 1363945"/>
                <a:gd name="connsiteY6" fmla="*/ 132312 h 3313662"/>
                <a:gd name="connsiteX7" fmla="*/ 0 w 1363945"/>
                <a:gd name="connsiteY7" fmla="*/ 324014 h 3313662"/>
                <a:gd name="connsiteX8" fmla="*/ 0 w 1363945"/>
                <a:gd name="connsiteY8" fmla="*/ 3121960 h 3313662"/>
                <a:gd name="connsiteX9" fmla="*/ 191702 w 1363945"/>
                <a:gd name="connsiteY9" fmla="*/ 3313662 h 3313662"/>
                <a:gd name="connsiteX10" fmla="*/ 1172243 w 1363945"/>
                <a:gd name="connsiteY10" fmla="*/ 3313662 h 3313662"/>
                <a:gd name="connsiteX11" fmla="*/ 1363945 w 1363945"/>
                <a:gd name="connsiteY11" fmla="*/ 3121960 h 3313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63945" h="3313662">
                  <a:moveTo>
                    <a:pt x="1363945" y="3121960"/>
                  </a:moveTo>
                  <a:lnTo>
                    <a:pt x="1363945" y="324014"/>
                  </a:lnTo>
                  <a:cubicBezTo>
                    <a:pt x="1363945" y="218140"/>
                    <a:pt x="1278117" y="132312"/>
                    <a:pt x="1172243" y="132312"/>
                  </a:cubicBezTo>
                  <a:lnTo>
                    <a:pt x="739665" y="132312"/>
                  </a:lnTo>
                  <a:lnTo>
                    <a:pt x="662923" y="0"/>
                  </a:lnTo>
                  <a:lnTo>
                    <a:pt x="586182" y="132312"/>
                  </a:lnTo>
                  <a:lnTo>
                    <a:pt x="191702" y="132312"/>
                  </a:lnTo>
                  <a:cubicBezTo>
                    <a:pt x="85828" y="132312"/>
                    <a:pt x="0" y="218140"/>
                    <a:pt x="0" y="324014"/>
                  </a:cubicBezTo>
                  <a:lnTo>
                    <a:pt x="0" y="3121960"/>
                  </a:lnTo>
                  <a:cubicBezTo>
                    <a:pt x="0" y="3227834"/>
                    <a:pt x="85828" y="3313662"/>
                    <a:pt x="191702" y="3313662"/>
                  </a:cubicBezTo>
                  <a:lnTo>
                    <a:pt x="1172243" y="3313662"/>
                  </a:lnTo>
                  <a:cubicBezTo>
                    <a:pt x="1278117" y="3313662"/>
                    <a:pt x="1363945" y="3227834"/>
                    <a:pt x="1363945" y="3121960"/>
                  </a:cubicBezTo>
                  <a:close/>
                </a:path>
              </a:pathLst>
            </a:custGeom>
            <a:solidFill>
              <a:srgbClr val="0F9ED5"/>
            </a:solidFill>
            <a:ln w="19050" cap="flat" cmpd="sng" algn="ctr">
              <a:noFill/>
              <a:prstDash val="solid"/>
              <a:miter lim="800000"/>
            </a:ln>
            <a:effectLst>
              <a:outerShdw blurRad="101600" dist="38100" dir="2700000" algn="tl" rotWithShape="0">
                <a:prstClr val="black">
                  <a:alpha val="25000"/>
                </a:prst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US" sz="900" kern="0">
                <a:solidFill>
                  <a:schemeClr val="bg2">
                    <a:lumMod val="40000"/>
                    <a:lumOff val="60000"/>
                  </a:schemeClr>
                </a:solidFill>
                <a:cs typeface="CiscoSansTT" panose="020B0503020201020303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11945B8-4A50-53CC-CA88-EFB3A0E9B498}"/>
                </a:ext>
              </a:extLst>
            </p:cNvPr>
            <p:cNvSpPr txBox="1"/>
            <p:nvPr/>
          </p:nvSpPr>
          <p:spPr>
            <a:xfrm>
              <a:off x="5565759" y="1617349"/>
              <a:ext cx="76187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en-US" sz="900" b="1" kern="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cs typeface="CiscoSansTT" panose="020B0503020201020303" pitchFamily="34" charset="0"/>
                </a:rPr>
                <a:t>4.9</a:t>
              </a:r>
            </a:p>
          </p:txBody>
        </p:sp>
        <p:sp>
          <p:nvSpPr>
            <p:cNvPr id="456" name="TextBox 455">
              <a:extLst>
                <a:ext uri="{FF2B5EF4-FFF2-40B4-BE49-F238E27FC236}">
                  <a16:creationId xmlns:a16="http://schemas.microsoft.com/office/drawing/2014/main" id="{D26AE370-2839-3ABC-EAF1-FE9C75E91D03}"/>
                </a:ext>
              </a:extLst>
            </p:cNvPr>
            <p:cNvSpPr txBox="1"/>
            <p:nvPr/>
          </p:nvSpPr>
          <p:spPr>
            <a:xfrm>
              <a:off x="5561967" y="1776409"/>
              <a:ext cx="769462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en-US" sz="900" kern="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rgbClr val="FF3399">
                        <a:alpha val="24000"/>
                      </a:srgbClr>
                    </a:glow>
                  </a:effectLst>
                  <a:cs typeface="CiscoSansTT" panose="020B0503020201020303" pitchFamily="34" charset="0"/>
                </a:rPr>
                <a:t>Target</a:t>
              </a:r>
            </a:p>
          </p:txBody>
        </p:sp>
      </p:grpSp>
      <p:sp>
        <p:nvSpPr>
          <p:cNvPr id="457" name="TextBox 456">
            <a:extLst>
              <a:ext uri="{FF2B5EF4-FFF2-40B4-BE49-F238E27FC236}">
                <a16:creationId xmlns:a16="http://schemas.microsoft.com/office/drawing/2014/main" id="{A9F77A15-B827-0700-0CB4-AB9F16A4549A}"/>
              </a:ext>
            </a:extLst>
          </p:cNvPr>
          <p:cNvSpPr txBox="1"/>
          <p:nvPr/>
        </p:nvSpPr>
        <p:spPr>
          <a:xfrm>
            <a:off x="352827" y="604761"/>
            <a:ext cx="3871701" cy="3333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GB" sz="16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Combined SLA (Offshore+Onshore)</a:t>
            </a:r>
            <a:endParaRPr lang="en-IN" sz="1600" kern="1200" dirty="0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458" name="TextBox 457">
            <a:extLst>
              <a:ext uri="{FF2B5EF4-FFF2-40B4-BE49-F238E27FC236}">
                <a16:creationId xmlns:a16="http://schemas.microsoft.com/office/drawing/2014/main" id="{3BF41408-7FAB-AA72-7F69-1E74BEC8EEF4}"/>
              </a:ext>
            </a:extLst>
          </p:cNvPr>
          <p:cNvSpPr txBox="1"/>
          <p:nvPr/>
        </p:nvSpPr>
        <p:spPr>
          <a:xfrm>
            <a:off x="405163" y="3784117"/>
            <a:ext cx="2449357" cy="39634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GB" sz="16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Offshore SLA</a:t>
            </a:r>
            <a:endParaRPr lang="en-IN" sz="16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A7466C-ABD5-9669-A1D6-FFB02C3F055A}"/>
              </a:ext>
            </a:extLst>
          </p:cNvPr>
          <p:cNvSpPr txBox="1"/>
          <p:nvPr/>
        </p:nvSpPr>
        <p:spPr>
          <a:xfrm>
            <a:off x="543527" y="3237248"/>
            <a:ext cx="5983520" cy="21049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IN" sz="1000" kern="1200" dirty="0" err="1">
              <a:solidFill>
                <a:srgbClr val="FF9933"/>
              </a:solidFill>
              <a:latin typeface="+mn-lt"/>
              <a:ea typeface="ＭＳ Ｐゴシック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214126-C4C6-B6FC-CD8A-747E44531B5E}"/>
              </a:ext>
            </a:extLst>
          </p:cNvPr>
          <p:cNvSpPr txBox="1"/>
          <p:nvPr/>
        </p:nvSpPr>
        <p:spPr>
          <a:xfrm>
            <a:off x="622391" y="6259068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50" indent="-171450" defTabSz="912276" fontAlgn="base"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FF9933"/>
                </a:solidFill>
                <a:ea typeface="ＭＳ Ｐゴシック" charset="0"/>
              </a:rPr>
              <a:t>  </a:t>
            </a:r>
            <a:endParaRPr lang="en-IN" sz="1000" dirty="0" err="1">
              <a:solidFill>
                <a:srgbClr val="FF9933"/>
              </a:solidFill>
              <a:ea typeface="ＭＳ Ｐゴシック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5386382-45CE-247C-A46A-683171AE74C7}"/>
              </a:ext>
            </a:extLst>
          </p:cNvPr>
          <p:cNvSpPr/>
          <p:nvPr/>
        </p:nvSpPr>
        <p:spPr>
          <a:xfrm>
            <a:off x="3769713" y="2029625"/>
            <a:ext cx="770892" cy="815542"/>
          </a:xfrm>
          <a:prstGeom prst="ellipse">
            <a:avLst/>
          </a:prstGeom>
          <a:solidFill>
            <a:srgbClr val="00B050"/>
          </a:solidFill>
          <a:ln w="19050" cap="flat" cmpd="sng" algn="ctr">
            <a:noFill/>
            <a:prstDash val="solid"/>
            <a:miter lim="800000"/>
          </a:ln>
          <a:effectLst>
            <a:outerShdw blurRad="202654" dist="38100" dir="5400000" algn="t" rotWithShape="0">
              <a:srgbClr val="0F9ED5"/>
            </a:outerShdw>
          </a:effectLst>
        </p:spPr>
        <p:txBody>
          <a:bodyPr rtlCol="0" anchor="ctr"/>
          <a:lstStyle/>
          <a:p>
            <a:pPr algn="ctr">
              <a:defRPr/>
            </a:pPr>
            <a:endParaRPr lang="en-US" sz="900" kern="0">
              <a:solidFill>
                <a:schemeClr val="bg2">
                  <a:lumMod val="40000"/>
                  <a:lumOff val="60000"/>
                </a:schemeClr>
              </a:solidFill>
              <a:cs typeface="CiscoSansTT" panose="020B0503020201020303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EE9B895-B349-A117-1278-BEE7F6BEF2EB}"/>
              </a:ext>
            </a:extLst>
          </p:cNvPr>
          <p:cNvSpPr txBox="1"/>
          <p:nvPr/>
        </p:nvSpPr>
        <p:spPr>
          <a:xfrm>
            <a:off x="3797232" y="2290533"/>
            <a:ext cx="7188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900" b="1" kern="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rgbClr val="FF3399">
                      <a:alpha val="24000"/>
                    </a:srgbClr>
                  </a:glow>
                </a:effectLst>
                <a:cs typeface="CiscoSansTT" panose="020B0503020201020303" pitchFamily="34" charset="0"/>
              </a:rPr>
              <a:t>75%</a:t>
            </a:r>
          </a:p>
        </p:txBody>
      </p:sp>
    </p:spTree>
    <p:extLst>
      <p:ext uri="{BB962C8B-B14F-4D97-AF65-F5344CB8AC3E}">
        <p14:creationId xmlns:p14="http://schemas.microsoft.com/office/powerpoint/2010/main" val="2158303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DB5D2-8FEE-198C-C2E7-6F4740657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DB2C5-2E20-6D2E-EFAE-51191C14C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Accolades</a:t>
            </a:r>
            <a:endParaRPr lang="en-IN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C28B0A-0926-E3DF-15E6-1ABDBA4F0845}"/>
              </a:ext>
            </a:extLst>
          </p:cNvPr>
          <p:cNvSpPr/>
          <p:nvPr/>
        </p:nvSpPr>
        <p:spPr>
          <a:xfrm>
            <a:off x="105934" y="1027613"/>
            <a:ext cx="3764620" cy="2198748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8815721-CBE2-EADA-BAC5-59F01BD93079}"/>
              </a:ext>
            </a:extLst>
          </p:cNvPr>
          <p:cNvSpPr/>
          <p:nvPr/>
        </p:nvSpPr>
        <p:spPr>
          <a:xfrm>
            <a:off x="4016859" y="1030404"/>
            <a:ext cx="3929276" cy="2195957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96BFD1D-03C1-5A83-C6DE-722CB93561BA}"/>
              </a:ext>
            </a:extLst>
          </p:cNvPr>
          <p:cNvSpPr/>
          <p:nvPr/>
        </p:nvSpPr>
        <p:spPr>
          <a:xfrm>
            <a:off x="8124616" y="1030404"/>
            <a:ext cx="3929276" cy="2195957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55DC31-E292-0776-4EBE-627771F02848}"/>
              </a:ext>
            </a:extLst>
          </p:cNvPr>
          <p:cNvSpPr/>
          <p:nvPr/>
        </p:nvSpPr>
        <p:spPr>
          <a:xfrm>
            <a:off x="4016859" y="3635829"/>
            <a:ext cx="3929276" cy="2191767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CB1878-5F2A-145A-693B-2FF84457AD62}"/>
              </a:ext>
            </a:extLst>
          </p:cNvPr>
          <p:cNvSpPr/>
          <p:nvPr/>
        </p:nvSpPr>
        <p:spPr>
          <a:xfrm>
            <a:off x="105934" y="3649959"/>
            <a:ext cx="3732444" cy="2177637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A59288-8174-4C02-76CD-6BCF71FC7E65}"/>
              </a:ext>
            </a:extLst>
          </p:cNvPr>
          <p:cNvSpPr/>
          <p:nvPr/>
        </p:nvSpPr>
        <p:spPr>
          <a:xfrm>
            <a:off x="8124616" y="3635829"/>
            <a:ext cx="3929275" cy="2191767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91BC17-3F71-1753-4CC3-B6BA63FFD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00" y="1057635"/>
            <a:ext cx="3645087" cy="21387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B65DBB-0FA7-840F-3107-71AA7F409F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6962" y="3677371"/>
            <a:ext cx="3848298" cy="210868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B1CBC03-2441-63E9-C25C-A451EF1005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317" y="3721608"/>
            <a:ext cx="3626470" cy="20487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E07C436-361E-B81C-1E14-48AEF540EC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5104" y="1057635"/>
            <a:ext cx="3848298" cy="20936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1A8BC1-32DF-D953-D379-CF8EDC8532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7377" y="3722335"/>
            <a:ext cx="3800938" cy="20480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F94E8D-E8E1-4E59-A669-1E9D986BF7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7734" y="1081084"/>
            <a:ext cx="3827526" cy="2091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43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EF8BE-99F7-BCB7-A696-31B099F28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0DF4A-6807-4BEE-2C9C-AB546F9F9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Accolades</a:t>
            </a:r>
            <a:endParaRPr lang="en-IN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322A64-CA2C-6EC0-9D67-B450598B4002}"/>
              </a:ext>
            </a:extLst>
          </p:cNvPr>
          <p:cNvSpPr/>
          <p:nvPr/>
        </p:nvSpPr>
        <p:spPr>
          <a:xfrm>
            <a:off x="323850" y="1029009"/>
            <a:ext cx="3955542" cy="2195957"/>
          </a:xfrm>
          <a:prstGeom prst="rect">
            <a:avLst/>
          </a:prstGeom>
          <a:noFill/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CAEB2A-C27D-DA41-05E7-8CFB4E8A7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771" y="1072646"/>
            <a:ext cx="3873699" cy="2108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901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63ED9-1B00-9E35-F3B0-88241A291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F5AAA-ED64-1323-757B-5E58FB3B1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964" y="3215027"/>
            <a:ext cx="2749550" cy="623888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083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35840-1669-2360-DCCA-9F3AF9661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B2DD4-F119-644F-ACB0-47EF04EE09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0" y="-685800"/>
            <a:ext cx="10972800" cy="685800"/>
          </a:xfrm>
          <a:noFill/>
        </p:spPr>
        <p:txBody>
          <a:bodyPr vert="horz" lIns="45720" tIns="0" rIns="45720" bIns="45720" rtlCol="0" anchor="b">
            <a:noAutofit/>
          </a:bodyPr>
          <a:lstStyle/>
          <a:p>
            <a:r>
              <a:rPr lang="en-US" dirty="0"/>
              <a:t>Cisco</a:t>
            </a:r>
          </a:p>
        </p:txBody>
      </p:sp>
    </p:spTree>
    <p:extLst>
      <p:ext uri="{BB962C8B-B14F-4D97-AF65-F5344CB8AC3E}">
        <p14:creationId xmlns:p14="http://schemas.microsoft.com/office/powerpoint/2010/main" val="2140164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96255A6-CAC1-7751-7223-7637A01BE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184D5-21FC-7EC8-ABFD-71785AE6A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9886950" cy="492443"/>
          </a:xfrm>
        </p:spPr>
        <p:txBody>
          <a:bodyPr/>
          <a:lstStyle/>
          <a:p>
            <a:r>
              <a:rPr lang="en-US" dirty="0"/>
              <a:t>Completed Actions from Previous Meeting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0939DE0-412A-F74B-CEC5-4DC5502D5A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518860"/>
              </p:ext>
            </p:extLst>
          </p:nvPr>
        </p:nvGraphicFramePr>
        <p:xfrm>
          <a:off x="323850" y="1075417"/>
          <a:ext cx="11544301" cy="49300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0265">
                  <a:extLst>
                    <a:ext uri="{9D8B030D-6E8A-4147-A177-3AD203B41FA5}">
                      <a16:colId xmlns:a16="http://schemas.microsoft.com/office/drawing/2014/main" val="2564488114"/>
                    </a:ext>
                  </a:extLst>
                </a:gridCol>
                <a:gridCol w="3204374">
                  <a:extLst>
                    <a:ext uri="{9D8B030D-6E8A-4147-A177-3AD203B41FA5}">
                      <a16:colId xmlns:a16="http://schemas.microsoft.com/office/drawing/2014/main" val="2579887357"/>
                    </a:ext>
                  </a:extLst>
                </a:gridCol>
                <a:gridCol w="978011">
                  <a:extLst>
                    <a:ext uri="{9D8B030D-6E8A-4147-A177-3AD203B41FA5}">
                      <a16:colId xmlns:a16="http://schemas.microsoft.com/office/drawing/2014/main" val="2910314666"/>
                    </a:ext>
                  </a:extLst>
                </a:gridCol>
                <a:gridCol w="4357315">
                  <a:extLst>
                    <a:ext uri="{9D8B030D-6E8A-4147-A177-3AD203B41FA5}">
                      <a16:colId xmlns:a16="http://schemas.microsoft.com/office/drawing/2014/main" val="2806704970"/>
                    </a:ext>
                  </a:extLst>
                </a:gridCol>
                <a:gridCol w="1714336">
                  <a:extLst>
                    <a:ext uri="{9D8B030D-6E8A-4147-A177-3AD203B41FA5}">
                      <a16:colId xmlns:a16="http://schemas.microsoft.com/office/drawing/2014/main" val="750969916"/>
                    </a:ext>
                  </a:extLst>
                </a:gridCol>
              </a:tblGrid>
              <a:tr h="134180">
                <a:tc>
                  <a:txBody>
                    <a:bodyPr/>
                    <a:lstStyle/>
                    <a:p>
                      <a:pPr marL="0" algn="ctr" defTabSz="914362" rtl="0" eaLnBrk="1" fontAlgn="ctr" latinLnBrk="0" hangingPunct="1">
                        <a:buNone/>
                      </a:pPr>
                      <a:r>
                        <a:rPr lang="en-US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</a:t>
                      </a:r>
                    </a:p>
                  </a:txBody>
                  <a:tcPr marL="3987" marR="3987" marT="398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62" rtl="0" eaLnBrk="1" fontAlgn="ctr" latinLnBrk="0" hangingPunct="1">
                        <a:buNone/>
                      </a:pPr>
                      <a:r>
                        <a:rPr lang="en-US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Problem Statement</a:t>
                      </a:r>
                    </a:p>
                  </a:txBody>
                  <a:tcPr marL="3987" marR="3987" marT="398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62" rtl="0" eaLnBrk="1" fontAlgn="ctr" latinLnBrk="0" hangingPunct="1">
                        <a:buNone/>
                      </a:pPr>
                      <a:r>
                        <a:rPr lang="en-US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Owner</a:t>
                      </a:r>
                    </a:p>
                  </a:txBody>
                  <a:tcPr marL="3987" marR="3987" marT="398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62" rtl="0" eaLnBrk="1" fontAlgn="ctr" latinLnBrk="0" hangingPunct="1">
                        <a:buNone/>
                      </a:pPr>
                      <a:r>
                        <a:rPr lang="en-US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</a:t>
                      </a:r>
                    </a:p>
                  </a:txBody>
                  <a:tcPr marL="3987" marR="3987" marT="398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62" rtl="0" eaLnBrk="1" fontAlgn="ctr" latinLnBrk="0" hangingPunct="1">
                        <a:buNone/>
                      </a:pPr>
                      <a:r>
                        <a:rPr lang="en-US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 marL="3987" marR="3987" marT="398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446517"/>
                  </a:ext>
                </a:extLst>
              </a:tr>
              <a:tr h="21099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10-06-2026</a:t>
                      </a:r>
                    </a:p>
                  </a:txBody>
                  <a:tcPr marL="3987" marR="3987" marT="398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kern="1200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Plan cross-skilling for LabAdmin team along with Offshore Team</a:t>
                      </a:r>
                    </a:p>
                  </a:txBody>
                  <a:tcPr marL="3987" marR="3987" marT="398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Offshore Team </a:t>
                      </a:r>
                    </a:p>
                    <a:p>
                      <a:pPr algn="ctr" fontAlgn="b">
                        <a:buNone/>
                      </a:pPr>
                      <a:endParaRPr lang="en-US" sz="1400" b="0" i="0" u="none" strike="noStrik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3987" marR="3987" marT="398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fontAlgn="b">
                        <a:buFont typeface="Wingdings" panose="05000000000000000000" pitchFamily="2" charset="2"/>
                        <a:buChar char="q"/>
                      </a:pPr>
                      <a:endParaRPr lang="en-US" sz="1400" b="0" i="0" u="none" strike="noStrike" kern="1200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fontAlgn="b">
                        <a:buFont typeface="Wingdings" panose="05000000000000000000" pitchFamily="2" charset="2"/>
                        <a:buChar char="q"/>
                      </a:pPr>
                      <a:r>
                        <a:rPr lang="en-US" sz="1400" b="0" i="0" u="none" strike="noStrike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Offshore team connected with Lab Admin leads regarding training plan </a:t>
                      </a:r>
                    </a:p>
                    <a:p>
                      <a:pPr marL="285750" indent="-285750" algn="l" fontAlgn="b">
                        <a:buFont typeface="Wingdings" panose="05000000000000000000" pitchFamily="2" charset="2"/>
                        <a:buChar char="q"/>
                      </a:pPr>
                      <a:r>
                        <a:rPr lang="en-US" sz="1400" b="0" i="0" u="none" strike="noStrike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Offshore team prepared Lab Admin Guide which has been reviewed by Calvin </a:t>
                      </a:r>
                    </a:p>
                    <a:p>
                      <a:pPr marL="285750" indent="-285750" algn="l" fontAlgn="b">
                        <a:buFont typeface="Wingdings" panose="05000000000000000000" pitchFamily="2" charset="2"/>
                        <a:buChar char="q"/>
                      </a:pPr>
                      <a:r>
                        <a:rPr lang="en-US" sz="1400" b="0" i="0" u="none" strike="noStrike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Calvin recommended to add configuration for APC &amp; Enlogic PDU model types</a:t>
                      </a:r>
                    </a:p>
                    <a:p>
                      <a:pPr marL="285750" marR="0" lvl="0" indent="-285750" algn="l" defTabSz="91436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GB" sz="1400" b="0" i="0" u="none" strike="noStrike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Lab Admin Guide has been reviewed by Onsite SysAdmin &amp; Calvin </a:t>
                      </a:r>
                    </a:p>
                    <a:p>
                      <a:pPr marL="285750" marR="0" lvl="0" indent="-285750" algn="l" defTabSz="91436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GB" sz="1400" b="0" i="0" u="none" strike="noStrike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Lab Admin Training Overview (Offshore SysAdmin)</a:t>
                      </a:r>
                    </a:p>
                    <a:p>
                      <a:pPr marL="285750" marR="0" lvl="0" indent="-285750" algn="l" defTabSz="91436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IN" sz="14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Hands-on session for Lab Admins – </a:t>
                      </a:r>
                      <a:r>
                        <a:rPr lang="en-US" sz="14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PDU configuration training for lab staff scheduled on 31</a:t>
                      </a:r>
                      <a:r>
                        <a:rPr lang="en-US" sz="1400" b="0" i="0" u="none" strike="noStrike" kern="1200" baseline="300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</a:t>
                      </a:r>
                      <a:r>
                        <a:rPr lang="en-US" sz="14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Aug</a:t>
                      </a:r>
                    </a:p>
                    <a:p>
                      <a:pPr marL="285750" marR="0" lvl="0" indent="-285750" algn="l" defTabSz="91436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4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Enlogic PDU hands on document shared with Lab Admins</a:t>
                      </a:r>
                      <a:endParaRPr lang="en-GB" sz="1400" b="0" i="0" u="none" strike="noStrike" kern="1200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987" marR="3987" marT="398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Completed</a:t>
                      </a:r>
                    </a:p>
                  </a:txBody>
                  <a:tcPr marL="3987" marR="3987" marT="398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207509"/>
                  </a:ext>
                </a:extLst>
              </a:tr>
              <a:tr h="12949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17-09-2026</a:t>
                      </a:r>
                    </a:p>
                  </a:txBody>
                  <a:tcPr marL="3987" marR="3987" marT="398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Demo of MTTR calculation </a:t>
                      </a:r>
                    </a:p>
                  </a:txBody>
                  <a:tcPr marL="3987" marR="3987" marT="398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Offshore Team</a:t>
                      </a:r>
                    </a:p>
                  </a:txBody>
                  <a:tcPr marL="3987" marR="3987" marT="398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36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GB" sz="1400" b="0" i="0" u="none" strike="noStrike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Calvin requested demo of MTTR calculation done by SysAdmin team </a:t>
                      </a:r>
                    </a:p>
                    <a:p>
                      <a:pPr marL="285750" marR="0" lvl="0" indent="-285750" algn="l" defTabSz="91436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GB" sz="1400" b="0" i="0" u="none" strike="noStrike" kern="1200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MTTR calculation demonstrated in last week’s connect</a:t>
                      </a:r>
                    </a:p>
                  </a:txBody>
                  <a:tcPr marL="3987" marR="3987" marT="398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Closed</a:t>
                      </a:r>
                    </a:p>
                  </a:txBody>
                  <a:tcPr marL="3987" marR="3987" marT="398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826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7057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isco Dark 03-04-2026">
  <a:themeElements>
    <a:clrScheme name="Cisco Dark 4-16-2025">
      <a:dk1>
        <a:srgbClr val="FFFFFF"/>
      </a:dk1>
      <a:lt1>
        <a:srgbClr val="07182D"/>
      </a:lt1>
      <a:dk2>
        <a:srgbClr val="B4B9C0"/>
      </a:dk2>
      <a:lt2>
        <a:srgbClr val="525E6C"/>
      </a:lt2>
      <a:accent1>
        <a:srgbClr val="02C8FF"/>
      </a:accent1>
      <a:accent2>
        <a:srgbClr val="0A60FF"/>
      </a:accent2>
      <a:accent3>
        <a:srgbClr val="FF007F"/>
      </a:accent3>
      <a:accent4>
        <a:srgbClr val="FF9000"/>
      </a:accent4>
      <a:accent5>
        <a:srgbClr val="D6D6D6"/>
      </a:accent5>
      <a:accent6>
        <a:srgbClr val="6B6B6B"/>
      </a:accent6>
      <a:hlink>
        <a:srgbClr val="FFFFFF"/>
      </a:hlink>
      <a:folHlink>
        <a:srgbClr val="C0C0C0"/>
      </a:folHlink>
    </a:clrScheme>
    <a:fontScheme name="Cisco PowerPoint 02-26-2025">
      <a:majorFont>
        <a:latin typeface="CiscoSansTT Medium"/>
        <a:ea typeface=""/>
        <a:cs typeface=""/>
      </a:majorFont>
      <a:minorFont>
        <a:latin typeface="CiscoSans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5875">
          <a:solidFill>
            <a:schemeClr val="bg2"/>
          </a:solidFill>
        </a:ln>
        <a:effectLst/>
      </a:spPr>
      <a:bodyPr wrap="square" lIns="182880" tIns="182880" rIns="182880" bIns="182880" rtlCol="0" anchor="t" anchorCtr="0">
        <a:noAutofit/>
      </a:bodyPr>
      <a:lstStyle>
        <a:defPPr marL="182880" indent="-182880" algn="l">
          <a:buFont typeface="Arial" panose="020B0604020202020204" pitchFamily="34" charset="0"/>
          <a:buChar char="•"/>
          <a:defRPr sz="1600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marL="182880" indent="-182880" algn="l" defTabSz="912276" rtl="0" eaLnBrk="1" fontAlgn="base" hangingPunct="1">
          <a:lnSpc>
            <a:spcPct val="100000"/>
          </a:lnSpc>
          <a:spcBef>
            <a:spcPts val="0"/>
          </a:spcBef>
          <a:spcAft>
            <a:spcPts val="1000"/>
          </a:spcAft>
          <a:buClr>
            <a:schemeClr val="bg1"/>
          </a:buClr>
          <a:buSzPct val="100000"/>
          <a:buFont typeface="Arial" panose="020B0604020202020204" pitchFamily="34" charset="0"/>
          <a:buChar char="•"/>
          <a:defRPr sz="1600" kern="1200" dirty="0" err="1" smtClean="0">
            <a:solidFill>
              <a:schemeClr val="bg1"/>
            </a:solidFill>
            <a:latin typeface="+mn-lt"/>
            <a:ea typeface="ＭＳ Ｐゴシック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3" id="{28B06D29-5FB9-624D-A0CE-B0E18F9FE2A4}" vid="{7241D578-1902-654F-9037-694851E4368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isco PowerPoint 02-26-2025">
      <a:majorFont>
        <a:latin typeface="CiscoSansTT Medium"/>
        <a:ea typeface=""/>
        <a:cs typeface=""/>
      </a:majorFont>
      <a:minorFont>
        <a:latin typeface="CiscoSans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Cisco - Sysadmin-Template</Template>
  <TotalTime>17395</TotalTime>
  <Words>786</Words>
  <Application>Microsoft Office PowerPoint</Application>
  <PresentationFormat>Widescreen</PresentationFormat>
  <Paragraphs>224</Paragraphs>
  <Slides>11</Slides>
  <Notes>8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CiscoSansTT</vt:lpstr>
      <vt:lpstr>Wingdings</vt:lpstr>
      <vt:lpstr>CiscoSansTT Medium</vt:lpstr>
      <vt:lpstr>Arial</vt:lpstr>
      <vt:lpstr>MS PGothic</vt:lpstr>
      <vt:lpstr>Calibri</vt:lpstr>
      <vt:lpstr>Cisco Dark 03-04-2026</vt:lpstr>
      <vt:lpstr>SysAdmin  - Weekly Operational Review</vt:lpstr>
      <vt:lpstr>Agenda</vt:lpstr>
      <vt:lpstr> Executive Summary</vt:lpstr>
      <vt:lpstr>SJC – Overall Case Volumetric &amp; Analysis:</vt:lpstr>
      <vt:lpstr> SJC – Case Volumetric For Realigned Buildings</vt:lpstr>
      <vt:lpstr>SLA Metrics SJC Location</vt:lpstr>
      <vt:lpstr>Accolades</vt:lpstr>
      <vt:lpstr>Accolades</vt:lpstr>
      <vt:lpstr>Thank you</vt:lpstr>
      <vt:lpstr>Cisco</vt:lpstr>
      <vt:lpstr>Completed Actions from Previous Meeting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karthick Raja Natesan -X (knatesan - COGNIZANT TECHNOLOGY SOLUTIONS INDIA PVT LTD at Cisco)</dc:creator>
  <cp:keywords/>
  <dc:description/>
  <cp:lastModifiedBy>Robin Cleve Noronha -X (robnoron - COGNIZANT TECHNOLOGY SOLUTIONS US CORPORATION at Cisco)</cp:lastModifiedBy>
  <cp:revision>219</cp:revision>
  <dcterms:created xsi:type="dcterms:W3CDTF">2026-05-21T04:26:12Z</dcterms:created>
  <dcterms:modified xsi:type="dcterms:W3CDTF">2026-10-21T07:35:34Z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8f49a32-fde3-48a5-9266-b5b0972a22dc_Enabled">
    <vt:lpwstr>true</vt:lpwstr>
  </property>
  <property fmtid="{D5CDD505-2E9C-101B-9397-08002B2CF9AE}" pid="3" name="MSIP_Label_c8f49a32-fde3-48a5-9266-b5b0972a22dc_SetDate">
    <vt:lpwstr>2025-05-15T21:49:40Z</vt:lpwstr>
  </property>
  <property fmtid="{D5CDD505-2E9C-101B-9397-08002B2CF9AE}" pid="4" name="MSIP_Label_c8f49a32-fde3-48a5-9266-b5b0972a22dc_Method">
    <vt:lpwstr>Standard</vt:lpwstr>
  </property>
  <property fmtid="{D5CDD505-2E9C-101B-9397-08002B2CF9AE}" pid="5" name="MSIP_Label_c8f49a32-fde3-48a5-9266-b5b0972a22dc_Name">
    <vt:lpwstr>Cisco Confidential</vt:lpwstr>
  </property>
  <property fmtid="{D5CDD505-2E9C-101B-9397-08002B2CF9AE}" pid="6" name="MSIP_Label_c8f49a32-fde3-48a5-9266-b5b0972a22dc_SiteId">
    <vt:lpwstr>5ae1af62-9505-4097-a69a-c1553ef7840e</vt:lpwstr>
  </property>
  <property fmtid="{D5CDD505-2E9C-101B-9397-08002B2CF9AE}" pid="7" name="MSIP_Label_c8f49a32-fde3-48a5-9266-b5b0972a22dc_ActionId">
    <vt:lpwstr>219e4d3d-e52c-4661-a7c5-2e875435f34b</vt:lpwstr>
  </property>
  <property fmtid="{D5CDD505-2E9C-101B-9397-08002B2CF9AE}" pid="8" name="MSIP_Label_c8f49a32-fde3-48a5-9266-b5b0972a22dc_ContentBits">
    <vt:lpwstr>2</vt:lpwstr>
  </property>
  <property fmtid="{D5CDD505-2E9C-101B-9397-08002B2CF9AE}" pid="9" name="MSIP_Label_c8f49a32-fde3-48a5-9266-b5b0972a22dc_Tag">
    <vt:lpwstr>10, 3, 0, 1</vt:lpwstr>
  </property>
  <property fmtid="{D5CDD505-2E9C-101B-9397-08002B2CF9AE}" pid="10" name="ClassificationContentMarkingFooterLocations">
    <vt:lpwstr>Cisco Dark 05-12-2025:8</vt:lpwstr>
  </property>
  <property fmtid="{D5CDD505-2E9C-101B-9397-08002B2CF9AE}" pid="11" name="ClassificationContentMarkingFooterText">
    <vt:lpwstr>Cisco Confidential</vt:lpwstr>
  </property>
</Properties>
</file>